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6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74" r:id="rId5"/>
    <p:sldMasterId id="2147483676" r:id="rId6"/>
    <p:sldMasterId id="2147483678" r:id="rId7"/>
    <p:sldMasterId id="2147483680" r:id="rId8"/>
  </p:sldMasterIdLst>
  <p:notesMasterIdLst>
    <p:notesMasterId r:id="rId13"/>
  </p:notesMasterIdLst>
  <p:sldIdLst>
    <p:sldId id="257" r:id="rId9"/>
    <p:sldId id="258" r:id="rId10"/>
    <p:sldId id="259" r:id="rId11"/>
    <p:sldId id="260" r:id="rId12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92" r:id="rId22"/>
    <p:sldId id="288" r:id="rId23"/>
    <p:sldId id="289" r:id="rId24"/>
    <p:sldId id="290" r:id="rId25"/>
    <p:sldId id="291" r:id="rId26"/>
    <p:sldId id="286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10" r:id="rId45"/>
    <p:sldId id="311" r:id="rId46"/>
    <p:sldId id="312" r:id="rId47"/>
    <p:sldId id="313" r:id="rId48"/>
    <p:sldId id="314" r:id="rId49"/>
    <p:sldId id="315" r:id="rId50"/>
    <p:sldId id="316" r:id="rId51"/>
    <p:sldId id="317" r:id="rId52"/>
    <p:sldId id="318" r:id="rId53"/>
    <p:sldId id="319" r:id="rId54"/>
    <p:sldId id="320" r:id="rId55"/>
    <p:sldId id="321" r:id="rId56"/>
    <p:sldId id="322" r:id="rId57"/>
    <p:sldId id="323" r:id="rId58"/>
    <p:sldId id="324" r:id="rId59"/>
    <p:sldId id="325" r:id="rId60"/>
    <p:sldId id="326" r:id="rId61"/>
    <p:sldId id="327" r:id="rId62"/>
    <p:sldId id="328" r:id="rId63"/>
    <p:sldId id="329" r:id="rId64"/>
    <p:sldId id="330" r:id="rId65"/>
    <p:sldId id="331" r:id="rId66"/>
    <p:sldId id="269" r:id="rId67"/>
    <p:sldId id="270" r:id="rId68"/>
    <p:sldId id="271" r:id="rId69"/>
    <p:sldId id="272" r:id="rId70"/>
    <p:sldId id="273" r:id="rId71"/>
    <p:sldId id="274" r:id="rId72"/>
    <p:sldId id="275" r:id="rId73"/>
    <p:sldId id="276" r:id="rId74"/>
    <p:sldId id="277" r:id="rId75"/>
    <p:sldId id="278" r:id="rId76"/>
    <p:sldId id="279" r:id="rId77"/>
    <p:sldId id="280" r:id="rId78"/>
    <p:sldId id="281" r:id="rId79"/>
    <p:sldId id="282" r:id="rId80"/>
    <p:sldId id="283" r:id="rId81"/>
  </p:sldIdLst>
  <p:sldSz cx="12192000" cy="6858000"/>
  <p:notesSz cx="6858000" cy="9144000"/>
  <p:custDataLst>
    <p:tags r:id="rId8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5" Type="http://schemas.openxmlformats.org/officeDocument/2006/relationships/tags" Target="tags/tag520.xml"/><Relationship Id="rId84" Type="http://schemas.openxmlformats.org/officeDocument/2006/relationships/tableStyles" Target="tableStyles.xml"/><Relationship Id="rId83" Type="http://schemas.openxmlformats.org/officeDocument/2006/relationships/viewProps" Target="viewProps.xml"/><Relationship Id="rId82" Type="http://schemas.openxmlformats.org/officeDocument/2006/relationships/presProps" Target="presProps.xml"/><Relationship Id="rId81" Type="http://schemas.openxmlformats.org/officeDocument/2006/relationships/slide" Target="slides/slide72.xml"/><Relationship Id="rId80" Type="http://schemas.openxmlformats.org/officeDocument/2006/relationships/slide" Target="slides/slide71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70.xml"/><Relationship Id="rId78" Type="http://schemas.openxmlformats.org/officeDocument/2006/relationships/slide" Target="slides/slide69.xml"/><Relationship Id="rId77" Type="http://schemas.openxmlformats.org/officeDocument/2006/relationships/slide" Target="slides/slide68.xml"/><Relationship Id="rId76" Type="http://schemas.openxmlformats.org/officeDocument/2006/relationships/slide" Target="slides/slide67.xml"/><Relationship Id="rId75" Type="http://schemas.openxmlformats.org/officeDocument/2006/relationships/slide" Target="slides/slide66.xml"/><Relationship Id="rId74" Type="http://schemas.openxmlformats.org/officeDocument/2006/relationships/slide" Target="slides/slide65.xml"/><Relationship Id="rId73" Type="http://schemas.openxmlformats.org/officeDocument/2006/relationships/slide" Target="slides/slide64.xml"/><Relationship Id="rId72" Type="http://schemas.openxmlformats.org/officeDocument/2006/relationships/slide" Target="slides/slide63.xml"/><Relationship Id="rId71" Type="http://schemas.openxmlformats.org/officeDocument/2006/relationships/slide" Target="slides/slide62.xml"/><Relationship Id="rId70" Type="http://schemas.openxmlformats.org/officeDocument/2006/relationships/slide" Target="slides/slide61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60.xml"/><Relationship Id="rId68" Type="http://schemas.openxmlformats.org/officeDocument/2006/relationships/slide" Target="slides/slide59.xml"/><Relationship Id="rId67" Type="http://schemas.openxmlformats.org/officeDocument/2006/relationships/slide" Target="slides/slide58.xml"/><Relationship Id="rId66" Type="http://schemas.openxmlformats.org/officeDocument/2006/relationships/slide" Target="slides/slide57.xml"/><Relationship Id="rId65" Type="http://schemas.openxmlformats.org/officeDocument/2006/relationships/slide" Target="slides/slide56.xml"/><Relationship Id="rId64" Type="http://schemas.openxmlformats.org/officeDocument/2006/relationships/slide" Target="slides/slide55.xml"/><Relationship Id="rId63" Type="http://schemas.openxmlformats.org/officeDocument/2006/relationships/slide" Target="slides/slide54.xml"/><Relationship Id="rId62" Type="http://schemas.openxmlformats.org/officeDocument/2006/relationships/slide" Target="slides/slide53.xml"/><Relationship Id="rId61" Type="http://schemas.openxmlformats.org/officeDocument/2006/relationships/slide" Target="slides/slide52.xml"/><Relationship Id="rId60" Type="http://schemas.openxmlformats.org/officeDocument/2006/relationships/slide" Target="slides/slide51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50.xml"/><Relationship Id="rId58" Type="http://schemas.openxmlformats.org/officeDocument/2006/relationships/slide" Target="slides/slide49.xml"/><Relationship Id="rId57" Type="http://schemas.openxmlformats.org/officeDocument/2006/relationships/slide" Target="slides/slide48.xml"/><Relationship Id="rId56" Type="http://schemas.openxmlformats.org/officeDocument/2006/relationships/slide" Target="slides/slide47.xml"/><Relationship Id="rId55" Type="http://schemas.openxmlformats.org/officeDocument/2006/relationships/slide" Target="slides/slide46.xml"/><Relationship Id="rId54" Type="http://schemas.openxmlformats.org/officeDocument/2006/relationships/slide" Target="slides/slide45.xml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0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0" Type="http://schemas.openxmlformats.org/officeDocument/2006/relationships/slide" Target="slides/slide3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1" Type="http://schemas.openxmlformats.org/officeDocument/2006/relationships/tags" Target="../tags/tag30.xml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image" Target="../media/image4.png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 rot="10800000"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 userDrawn="1">
            <p:custDataLst>
              <p:tags r:id="rId3"/>
            </p:custDataLst>
          </p:nvPr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pic>
        <p:nvPicPr>
          <p:cNvPr id="10" name="图片 9" descr="矢量智能对象5-0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rcRect l="6578"/>
          <a:stretch>
            <a:fillRect/>
          </a:stretch>
        </p:blipFill>
        <p:spPr>
          <a:xfrm flipH="1">
            <a:off x="6149340" y="1361440"/>
            <a:ext cx="5763895" cy="5027930"/>
          </a:xfrm>
          <a:prstGeom prst="rect">
            <a:avLst/>
          </a:prstGeom>
        </p:spPr>
      </p:pic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6"/>
            </p:custDataLst>
          </p:nvPr>
        </p:nvSpPr>
        <p:spPr>
          <a:xfrm>
            <a:off x="1006475" y="3587645"/>
            <a:ext cx="1607820" cy="4216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0" scaled="0"/>
          </a:gradFill>
        </p:spPr>
        <p:txBody>
          <a:bodyPr wrap="square" lIns="0" tIns="0" rIns="0" bIns="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1006475" y="1586609"/>
            <a:ext cx="6184265" cy="172006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3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95324" y="6314400"/>
            <a:ext cx="2616675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619075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8" name="矩形: 圆角 3"/>
          <p:cNvSpPr/>
          <p:nvPr userDrawn="1">
            <p:custDataLst>
              <p:tags r:id="rId11"/>
            </p:custDataLst>
          </p:nvPr>
        </p:nvSpPr>
        <p:spPr>
          <a:xfrm>
            <a:off x="360045" y="333375"/>
            <a:ext cx="11473180" cy="6221730"/>
          </a:xfrm>
          <a:prstGeom prst="roundRect">
            <a:avLst>
              <a:gd name="adj" fmla="val 3754"/>
            </a:avLst>
          </a:prstGeom>
          <a:noFill/>
          <a:ln w="28575">
            <a:gradFill flip="none" rotWithShape="1">
              <a:gsLst>
                <a:gs pos="0">
                  <a:schemeClr val="accent2"/>
                </a:gs>
                <a:gs pos="71000">
                  <a:schemeClr val="accent2">
                    <a:alpha val="0"/>
                  </a:schemeClr>
                </a:gs>
              </a:gsLst>
              <a:lin ang="2700000" scaled="0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Arial" panose="020B0604020202020204" pitchFamily="34" charset="0"/>
              </a:rPr>
              <a:t> </a:t>
            </a:r>
            <a:endParaRPr lang="en-US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694800" y="359999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3"/>
            </p:custDataLst>
          </p:nvPr>
        </p:nvSpPr>
        <p:spPr>
          <a:xfrm>
            <a:off x="694800" y="1225550"/>
            <a:ext cx="10796050" cy="502412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4800" y="6314400"/>
            <a:ext cx="26172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6196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 rot="10800000"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 rot="10800000"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695325" y="361950"/>
            <a:ext cx="10801350" cy="727075"/>
          </a:xfrm>
          <a:prstGeom prst="rect">
            <a:avLst/>
          </a:prstGeom>
          <a:noFill/>
        </p:spPr>
        <p:txBody>
          <a:bodyPr wrap="square" lIns="91440" tIns="0" rIns="91440" bIns="0" rtlCol="0" anchor="b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2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62" y="1638300"/>
            <a:ext cx="4029075" cy="4038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 rot="10800000"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3"/>
            </p:custDataLst>
          </p:nvPr>
        </p:nvSpPr>
        <p:spPr>
          <a:xfrm rot="10800000">
            <a:off x="0" y="-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914400" y="1677670"/>
            <a:ext cx="6045200" cy="1855470"/>
          </a:xfrm>
          <a:prstGeom prst="rect">
            <a:avLst/>
          </a:prstGeom>
          <a:noFill/>
        </p:spPr>
        <p:txBody>
          <a:bodyPr wrap="none" lIns="91440" tIns="0" rIns="91440" bIns="0" rtlCol="0" anchor="b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20000"/>
              </a:lnSpc>
              <a:buClrTx/>
              <a:buSzTx/>
              <a:buFontTx/>
              <a:buNone/>
              <a:defRPr kumimoji="0" lang="en-US" sz="9600" b="0" i="0" u="none" strike="noStrike" kern="1200" cap="none" spc="0" normalizeH="0" baseline="0" noProof="1">
                <a:gradFill>
                  <a:gsLst>
                    <a:gs pos="79000">
                      <a:schemeClr val="accent1"/>
                    </a:gs>
                    <a:gs pos="0">
                      <a:schemeClr val="tx2">
                        <a:lumMod val="75000"/>
                      </a:schemeClr>
                    </a:gs>
                  </a:gsLst>
                  <a:lin ang="5400000" scaled="0"/>
                </a:gradFill>
                <a:latin typeface="+mn-lt"/>
                <a:sym typeface="+mn-ea"/>
              </a:defRPr>
            </a:lvl1pPr>
          </a:lstStyle>
          <a:p>
            <a:pPr lvl="0" algn="l" fontAlgn="ctr">
              <a:lnSpc>
                <a:spcPct val="120000"/>
              </a:lnSpc>
              <a:buClrTx/>
              <a:buSzTx/>
              <a:buFont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895350" y="3533140"/>
            <a:ext cx="6045200" cy="154114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212" y="1820862"/>
            <a:ext cx="4676775" cy="4333875"/>
          </a:xfrm>
          <a:prstGeom prst="rect">
            <a:avLst/>
          </a:prstGeom>
        </p:spPr>
      </p:pic>
      <p:sp>
        <p:nvSpPr>
          <p:cNvPr id="2" name="矩形: 圆角 3"/>
          <p:cNvSpPr/>
          <p:nvPr userDrawn="1">
            <p:custDataLst>
              <p:tags r:id="rId11"/>
            </p:custDataLst>
          </p:nvPr>
        </p:nvSpPr>
        <p:spPr>
          <a:xfrm>
            <a:off x="360045" y="333375"/>
            <a:ext cx="11473180" cy="6221730"/>
          </a:xfrm>
          <a:prstGeom prst="roundRect">
            <a:avLst>
              <a:gd name="adj" fmla="val 3754"/>
            </a:avLst>
          </a:prstGeom>
          <a:noFill/>
          <a:ln w="28575">
            <a:gradFill flip="none" rotWithShape="1">
              <a:gsLst>
                <a:gs pos="0">
                  <a:schemeClr val="accent2"/>
                </a:gs>
                <a:gs pos="71000">
                  <a:schemeClr val="accent2">
                    <a:alpha val="0"/>
                  </a:schemeClr>
                </a:gs>
              </a:gsLst>
              <a:lin ang="2700000" scaled="0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Arial" panose="020B0604020202020204" pitchFamily="34" charset="0"/>
              </a:rPr>
              <a:t> </a:t>
            </a:r>
            <a:endParaRPr lang="en-US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"/>
          <p:cNvSpPr txBox="1">
            <a:spLocks noGrp="1"/>
          </p:cNvSpPr>
          <p:nvPr>
            <p:ph type="title" idx="3" hasCustomPrompt="1"/>
            <p:custDataLst>
              <p:tags r:id="rId2"/>
            </p:custDataLst>
          </p:nvPr>
        </p:nvSpPr>
        <p:spPr>
          <a:xfrm>
            <a:off x="694800" y="359999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 hasCustomPrompt="1"/>
            <p:custDataLst>
              <p:tags r:id="rId3"/>
            </p:custDataLst>
          </p:nvPr>
        </p:nvSpPr>
        <p:spPr>
          <a:xfrm>
            <a:off x="6400805" y="1250066"/>
            <a:ext cx="5093995" cy="499952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691206" y="1250066"/>
            <a:ext cx="5093994" cy="499952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5324" y="6314400"/>
            <a:ext cx="2616675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619075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"/>
          <p:cNvSpPr txBox="1">
            <a:spLocks noGrp="1"/>
          </p:cNvSpPr>
          <p:nvPr>
            <p:ph type="title" idx="5" hasCustomPrompt="1"/>
            <p:custDataLst>
              <p:tags r:id="rId2"/>
            </p:custDataLst>
          </p:nvPr>
        </p:nvSpPr>
        <p:spPr>
          <a:xfrm>
            <a:off x="694800" y="359999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 hasCustomPrompt="1"/>
            <p:custDataLst>
              <p:tags r:id="rId3"/>
            </p:custDataLst>
          </p:nvPr>
        </p:nvSpPr>
        <p:spPr>
          <a:xfrm>
            <a:off x="6235200" y="1854000"/>
            <a:ext cx="5261475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6235200" y="1226215"/>
            <a:ext cx="5261475" cy="46288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正文"/>
          <p:cNvSpPr txBox="1">
            <a:spLocks noGrp="1"/>
          </p:cNvSpPr>
          <p:nvPr>
            <p:ph idx="2" hasCustomPrompt="1"/>
            <p:custDataLst>
              <p:tags r:id="rId5"/>
            </p:custDataLst>
          </p:nvPr>
        </p:nvSpPr>
        <p:spPr>
          <a:xfrm>
            <a:off x="694800" y="1854000"/>
            <a:ext cx="52560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694800" y="1225550"/>
            <a:ext cx="5256000" cy="46288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718184" y="6314400"/>
            <a:ext cx="2593815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619075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694800" y="359999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5324" y="6314400"/>
            <a:ext cx="2616675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619075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324" y="366395"/>
            <a:ext cx="10801351" cy="589026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95324" y="6314400"/>
            <a:ext cx="2616675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619075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>
            <p:custDataLst>
              <p:tags r:id="rId2"/>
            </p:custDataLst>
          </p:nvPr>
        </p:nvCxnSpPr>
        <p:spPr>
          <a:xfrm>
            <a:off x="718185" y="959485"/>
            <a:ext cx="694055" cy="0"/>
          </a:xfrm>
          <a:prstGeom prst="line">
            <a:avLst/>
          </a:prstGeom>
          <a:ln w="25400" cap="sq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695325" y="1225550"/>
            <a:ext cx="10799476" cy="45974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lIns="107950" rtlCol="0" anchor="b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800" b="0" i="0" u="none" strike="noStrike" kern="1200" cap="none" spc="30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l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694800" y="359999"/>
            <a:ext cx="10800000" cy="72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8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4800" y="6314400"/>
            <a:ext cx="26172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619075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 rot="10800000"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2" name="矩形 11"/>
          <p:cNvSpPr/>
          <p:nvPr userDrawn="1">
            <p:custDataLst>
              <p:tags r:id="rId3"/>
            </p:custDataLst>
          </p:nvPr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pic>
        <p:nvPicPr>
          <p:cNvPr id="10" name="图片 9" descr="996_画板 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flipH="1">
            <a:off x="5743575" y="925195"/>
            <a:ext cx="6927215" cy="5567680"/>
          </a:xfrm>
          <a:prstGeom prst="rect">
            <a:avLst/>
          </a:prstGeom>
        </p:spPr>
      </p:pic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6"/>
            </p:custDataLst>
          </p:nvPr>
        </p:nvSpPr>
        <p:spPr>
          <a:xfrm>
            <a:off x="1006475" y="3617595"/>
            <a:ext cx="1607820" cy="42164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0" scaled="0"/>
          </a:gradFill>
        </p:spPr>
        <p:txBody>
          <a:bodyPr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1006475" y="1586608"/>
            <a:ext cx="6184265" cy="1728092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en-US" sz="580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3" name="矩形: 圆角 3"/>
          <p:cNvSpPr/>
          <p:nvPr userDrawn="1">
            <p:custDataLst>
              <p:tags r:id="rId11"/>
            </p:custDataLst>
          </p:nvPr>
        </p:nvSpPr>
        <p:spPr>
          <a:xfrm>
            <a:off x="360045" y="333375"/>
            <a:ext cx="11473180" cy="6221730"/>
          </a:xfrm>
          <a:prstGeom prst="roundRect">
            <a:avLst>
              <a:gd name="adj" fmla="val 3754"/>
            </a:avLst>
          </a:prstGeom>
          <a:noFill/>
          <a:ln w="28575">
            <a:gradFill flip="none" rotWithShape="1">
              <a:gsLst>
                <a:gs pos="0">
                  <a:schemeClr val="accent2"/>
                </a:gs>
                <a:gs pos="71000">
                  <a:schemeClr val="accent2">
                    <a:alpha val="0"/>
                  </a:schemeClr>
                </a:gs>
              </a:gsLst>
              <a:lin ang="2700000" scaled="0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cs typeface="Arial" panose="020B0604020202020204" pitchFamily="34" charset="0"/>
              </a:rPr>
              <a:t> </a:t>
            </a:r>
            <a:endParaRPr lang="en-US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 lIns="0" tIns="0" rIns="0" bIns="0"/>
          <a:lstStyle>
            <a:lvl1pPr algn="ctr" fontAlgn="base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2965"/>
            <a:ext cx="10800000" cy="705600"/>
          </a:xfrm>
        </p:spPr>
        <p:txBody>
          <a:bodyPr wrap="square">
            <a:normAutofit/>
          </a:bodyPr>
          <a:lstStyle>
            <a:lvl1pPr algn="ctr"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/>
          <a:lstStyle>
            <a:lvl1pPr algn="ctr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4405"/>
            <a:ext cx="10800000" cy="792000"/>
          </a:xfrm>
        </p:spPr>
        <p:txBody>
          <a:bodyPr lIns="0" tIns="0" rIns="0" bIns="0" anchor="b"/>
          <a:lstStyle>
            <a:lvl1pPr algn="l" fontAlgn="base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92965"/>
            <a:ext cx="10800000" cy="705600"/>
          </a:xfrm>
        </p:spPr>
        <p:txBody>
          <a:bodyPr wrap="square" lIns="0" tIns="0" rIns="0" bIns="0">
            <a:normAutofit/>
          </a:bodyPr>
          <a:lstStyle>
            <a:lvl1pPr algn="l" fontAlgn="base"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79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tags" Target="../tags/tag72.xml"/><Relationship Id="rId12" Type="http://schemas.openxmlformats.org/officeDocument/2006/relationships/tags" Target="../tags/tag7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1" Type="http://schemas.openxmlformats.org/officeDocument/2006/relationships/theme" Target="../theme/theme3.xml"/><Relationship Id="rId10" Type="http://schemas.openxmlformats.org/officeDocument/2006/relationships/tags" Target="../tags/tag9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1" Type="http://schemas.openxmlformats.org/officeDocument/2006/relationships/theme" Target="../theme/theme4.xml"/><Relationship Id="rId10" Type="http://schemas.openxmlformats.org/officeDocument/2006/relationships/tags" Target="../tags/tag105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1" Type="http://schemas.openxmlformats.org/officeDocument/2006/relationships/theme" Target="../theme/theme5.xml"/><Relationship Id="rId10" Type="http://schemas.openxmlformats.org/officeDocument/2006/relationships/tags" Target="../tags/tag118.xml"/><Relationship Id="rId1" Type="http://schemas.openxmlformats.org/officeDocument/2006/relationships/slideLayout" Target="../slideLayouts/slideLayout2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1" Type="http://schemas.openxmlformats.org/officeDocument/2006/relationships/theme" Target="../theme/theme6.xml"/><Relationship Id="rId10" Type="http://schemas.openxmlformats.org/officeDocument/2006/relationships/tags" Target="../tags/tag131.xml"/><Relationship Id="rId1" Type="http://schemas.openxmlformats.org/officeDocument/2006/relationships/slideLayout" Target="../slideLayouts/slideLayout2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1" Type="http://schemas.openxmlformats.org/officeDocument/2006/relationships/theme" Target="../theme/theme7.xml"/><Relationship Id="rId10" Type="http://schemas.openxmlformats.org/officeDocument/2006/relationships/tags" Target="../tags/tag144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12"/>
            </p:custDataLst>
          </p:nvPr>
        </p:nvSpPr>
        <p:spPr>
          <a:xfrm rot="10800000"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 userDrawn="1">
            <p:custDataLst>
              <p:tags r:id="rId13"/>
            </p:custDataLst>
          </p:nvPr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94799" y="6314400"/>
            <a:ext cx="2617201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877600" y="6314400"/>
            <a:ext cx="2617198" cy="316800"/>
          </a:xfrm>
        </p:spPr>
        <p:txBody>
          <a:bodyPr/>
          <a:lstStyle>
            <a:lvl1pPr algn="r"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4799" y="1226916"/>
            <a:ext cx="10799999" cy="495004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Tx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  <a:noFill/>
        </p:spPr>
        <p:txBody>
          <a:bodyPr vert="horz" wrap="square" lIns="91440" tIns="0" rIns="91440" bIns="0" rtlCol="0" anchor="b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0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0" i="0" u="none" strike="noStrike" kern="1200" cap="none" spc="0" normalizeH="0" baseline="0" smtClean="0">
          <a:solidFill>
            <a:schemeClr val="tx1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1800" b="0" i="0" u="none" strike="noStrike" kern="1200" cap="none" spc="150" normalizeH="0" baseline="0" dirty="0">
          <a:ln>
            <a:noFill/>
            <a:prstDash val="sysDot"/>
          </a:ln>
          <a:solidFill>
            <a:schemeClr val="tx1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</a:tabLst>
        <a:defRPr kumimoji="0" lang="en-US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 rot="10800000"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 userDrawn="1">
            <p:custDataLst>
              <p:tags r:id="rId3"/>
            </p:custDataLst>
          </p:nvPr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4799" y="6314400"/>
            <a:ext cx="2617201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617198" cy="316800"/>
          </a:xfrm>
        </p:spPr>
        <p:txBody>
          <a:bodyPr/>
          <a:lstStyle>
            <a:lvl1pPr algn="r"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694799" y="1226916"/>
            <a:ext cx="10799999" cy="495004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Tx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  <a:noFill/>
        </p:spPr>
        <p:txBody>
          <a:bodyPr vert="horz" wrap="square" lIns="91440" tIns="0" rIns="91440" bIns="0" rtlCol="0" anchor="b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0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0" i="0" u="none" strike="noStrike" kern="1200" cap="none" spc="0" normalizeH="0" baseline="0" smtClean="0">
          <a:solidFill>
            <a:schemeClr val="tx1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1800" b="0" i="0" u="none" strike="noStrike" kern="1200" cap="none" spc="150" normalizeH="0" baseline="0" dirty="0">
          <a:ln>
            <a:noFill/>
            <a:prstDash val="sysDot"/>
          </a:ln>
          <a:solidFill>
            <a:schemeClr val="tx1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</a:tabLst>
        <a:defRPr kumimoji="0" lang="en-US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 rot="10800000"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 userDrawn="1">
            <p:custDataLst>
              <p:tags r:id="rId3"/>
            </p:custDataLst>
          </p:nvPr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4799" y="6314400"/>
            <a:ext cx="2617201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617198" cy="316800"/>
          </a:xfrm>
        </p:spPr>
        <p:txBody>
          <a:bodyPr/>
          <a:lstStyle>
            <a:lvl1pPr algn="r"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694799" y="1226916"/>
            <a:ext cx="10799999" cy="495004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Tx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  <a:noFill/>
        </p:spPr>
        <p:txBody>
          <a:bodyPr vert="horz" wrap="square" lIns="91440" tIns="0" rIns="91440" bIns="0" rtlCol="0" anchor="b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0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0" i="0" u="none" strike="noStrike" kern="1200" cap="none" spc="0" normalizeH="0" baseline="0" smtClean="0">
          <a:solidFill>
            <a:schemeClr val="tx1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1800" b="0" i="0" u="none" strike="noStrike" kern="1200" cap="none" spc="150" normalizeH="0" baseline="0" dirty="0">
          <a:ln>
            <a:noFill/>
            <a:prstDash val="sysDot"/>
          </a:ln>
          <a:solidFill>
            <a:schemeClr val="tx1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</a:tabLst>
        <a:defRPr kumimoji="0" lang="en-US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 rot="10800000"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 userDrawn="1">
            <p:custDataLst>
              <p:tags r:id="rId3"/>
            </p:custDataLst>
          </p:nvPr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4799" y="6314400"/>
            <a:ext cx="2617201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617198" cy="316800"/>
          </a:xfrm>
        </p:spPr>
        <p:txBody>
          <a:bodyPr/>
          <a:lstStyle>
            <a:lvl1pPr algn="r"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694799" y="1226916"/>
            <a:ext cx="10799999" cy="495004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Tx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  <a:noFill/>
        </p:spPr>
        <p:txBody>
          <a:bodyPr vert="horz" wrap="square" lIns="91440" tIns="0" rIns="91440" bIns="0" rtlCol="0" anchor="b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0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0" i="0" u="none" strike="noStrike" kern="1200" cap="none" spc="0" normalizeH="0" baseline="0" smtClean="0">
          <a:solidFill>
            <a:schemeClr val="tx1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1800" b="0" i="0" u="none" strike="noStrike" kern="1200" cap="none" spc="150" normalizeH="0" baseline="0" dirty="0">
          <a:ln>
            <a:noFill/>
            <a:prstDash val="sysDot"/>
          </a:ln>
          <a:solidFill>
            <a:schemeClr val="tx1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</a:tabLst>
        <a:defRPr kumimoji="0" lang="en-US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 rot="10800000"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 userDrawn="1">
            <p:custDataLst>
              <p:tags r:id="rId3"/>
            </p:custDataLst>
          </p:nvPr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4799" y="6314400"/>
            <a:ext cx="2617201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617198" cy="316800"/>
          </a:xfrm>
        </p:spPr>
        <p:txBody>
          <a:bodyPr/>
          <a:lstStyle>
            <a:lvl1pPr algn="r"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694799" y="1226916"/>
            <a:ext cx="10799999" cy="495004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Tx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  <a:noFill/>
        </p:spPr>
        <p:txBody>
          <a:bodyPr vert="horz" wrap="square" lIns="91440" tIns="0" rIns="91440" bIns="0" rtlCol="0" anchor="b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0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0" i="0" u="none" strike="noStrike" kern="1200" cap="none" spc="0" normalizeH="0" baseline="0" smtClean="0">
          <a:solidFill>
            <a:schemeClr val="tx1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1800" b="0" i="0" u="none" strike="noStrike" kern="1200" cap="none" spc="150" normalizeH="0" baseline="0" dirty="0">
          <a:ln>
            <a:noFill/>
            <a:prstDash val="sysDot"/>
          </a:ln>
          <a:solidFill>
            <a:schemeClr val="tx1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</a:tabLst>
        <a:defRPr kumimoji="0" lang="en-US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2"/>
            </p:custDataLst>
          </p:nvPr>
        </p:nvSpPr>
        <p:spPr>
          <a:xfrm rot="10800000">
            <a:off x="-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 userDrawn="1">
            <p:custDataLst>
              <p:tags r:id="rId3"/>
            </p:custDataLst>
          </p:nvPr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94799" y="6314400"/>
            <a:ext cx="2617201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617198" cy="316800"/>
          </a:xfrm>
        </p:spPr>
        <p:txBody>
          <a:bodyPr/>
          <a:lstStyle>
            <a:lvl1pPr algn="r"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694799" y="1226916"/>
            <a:ext cx="10799999" cy="4950047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Tx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  <a:noFill/>
        </p:spPr>
        <p:txBody>
          <a:bodyPr vert="horz" wrap="square" lIns="91440" tIns="0" rIns="91440" bIns="0" rtlCol="0" anchor="b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0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0" i="0" u="none" strike="noStrike" kern="1200" cap="none" spc="0" normalizeH="0" baseline="0" smtClean="0">
          <a:solidFill>
            <a:schemeClr val="tx1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1800" b="0" i="0" u="none" strike="noStrike" kern="1200" cap="none" spc="150" normalizeH="0" baseline="0" dirty="0">
          <a:ln>
            <a:noFill/>
            <a:prstDash val="sysDot"/>
          </a:ln>
          <a:solidFill>
            <a:schemeClr val="tx1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</a:tabLst>
        <a:defRPr kumimoji="0" lang="en-US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16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56.xml"/><Relationship Id="rId8" Type="http://schemas.openxmlformats.org/officeDocument/2006/relationships/tags" Target="../tags/tag155.xml"/><Relationship Id="rId7" Type="http://schemas.openxmlformats.org/officeDocument/2006/relationships/tags" Target="../tags/tag154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1" Type="http://schemas.openxmlformats.org/officeDocument/2006/relationships/slideLayout" Target="../slideLayouts/slideLayout14.xml"/><Relationship Id="rId20" Type="http://schemas.openxmlformats.org/officeDocument/2006/relationships/tags" Target="../tags/tag167.xml"/><Relationship Id="rId2" Type="http://schemas.openxmlformats.org/officeDocument/2006/relationships/tags" Target="../tags/tag149.xml"/><Relationship Id="rId19" Type="http://schemas.openxmlformats.org/officeDocument/2006/relationships/tags" Target="../tags/tag166.xml"/><Relationship Id="rId18" Type="http://schemas.openxmlformats.org/officeDocument/2006/relationships/tags" Target="../tags/tag165.xml"/><Relationship Id="rId17" Type="http://schemas.openxmlformats.org/officeDocument/2006/relationships/tags" Target="../tags/tag164.xml"/><Relationship Id="rId16" Type="http://schemas.openxmlformats.org/officeDocument/2006/relationships/tags" Target="../tags/tag163.xml"/><Relationship Id="rId15" Type="http://schemas.openxmlformats.org/officeDocument/2006/relationships/tags" Target="../tags/tag162.xml"/><Relationship Id="rId14" Type="http://schemas.openxmlformats.org/officeDocument/2006/relationships/tags" Target="../tags/tag161.xml"/><Relationship Id="rId13" Type="http://schemas.openxmlformats.org/officeDocument/2006/relationships/tags" Target="../tags/tag160.xml"/><Relationship Id="rId12" Type="http://schemas.openxmlformats.org/officeDocument/2006/relationships/tags" Target="../tags/tag159.xml"/><Relationship Id="rId11" Type="http://schemas.openxmlformats.org/officeDocument/2006/relationships/tags" Target="../tags/tag158.xml"/><Relationship Id="rId10" Type="http://schemas.openxmlformats.org/officeDocument/2006/relationships/tags" Target="../tags/tag157.xml"/><Relationship Id="rId1" Type="http://schemas.openxmlformats.org/officeDocument/2006/relationships/tags" Target="../tags/tag148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tags" Target="../tags/tag16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image" Target="../media/image6.webp"/><Relationship Id="rId4" Type="http://schemas.openxmlformats.org/officeDocument/2006/relationships/tags" Target="../tags/tag173.xml"/><Relationship Id="rId3" Type="http://schemas.openxmlformats.org/officeDocument/2006/relationships/image" Target="../media/image5.jpeg"/><Relationship Id="rId2" Type="http://schemas.openxmlformats.org/officeDocument/2006/relationships/tags" Target="../tags/tag172.xml"/><Relationship Id="rId19" Type="http://schemas.openxmlformats.org/officeDocument/2006/relationships/notesSlide" Target="../notesSlides/notesSlide1.xml"/><Relationship Id="rId18" Type="http://schemas.openxmlformats.org/officeDocument/2006/relationships/slideLayout" Target="../slideLayouts/slideLayout23.xml"/><Relationship Id="rId17" Type="http://schemas.openxmlformats.org/officeDocument/2006/relationships/tags" Target="../tags/tag184.xml"/><Relationship Id="rId16" Type="http://schemas.openxmlformats.org/officeDocument/2006/relationships/image" Target="../media/image7.png"/><Relationship Id="rId15" Type="http://schemas.openxmlformats.org/officeDocument/2006/relationships/tags" Target="../tags/tag183.xml"/><Relationship Id="rId14" Type="http://schemas.openxmlformats.org/officeDocument/2006/relationships/tags" Target="../tags/tag182.xml"/><Relationship Id="rId13" Type="http://schemas.openxmlformats.org/officeDocument/2006/relationships/tags" Target="../tags/tag181.xml"/><Relationship Id="rId12" Type="http://schemas.openxmlformats.org/officeDocument/2006/relationships/tags" Target="../tags/tag180.xml"/><Relationship Id="rId11" Type="http://schemas.openxmlformats.org/officeDocument/2006/relationships/tags" Target="../tags/tag179.xml"/><Relationship Id="rId10" Type="http://schemas.openxmlformats.org/officeDocument/2006/relationships/tags" Target="../tags/tag178.xml"/><Relationship Id="rId1" Type="http://schemas.openxmlformats.org/officeDocument/2006/relationships/tags" Target="../tags/tag17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92.xml"/><Relationship Id="rId8" Type="http://schemas.openxmlformats.org/officeDocument/2006/relationships/tags" Target="../tags/tag191.xml"/><Relationship Id="rId7" Type="http://schemas.openxmlformats.org/officeDocument/2006/relationships/tags" Target="../tags/tag190.xml"/><Relationship Id="rId6" Type="http://schemas.openxmlformats.org/officeDocument/2006/relationships/tags" Target="../tags/tag189.xml"/><Relationship Id="rId5" Type="http://schemas.openxmlformats.org/officeDocument/2006/relationships/tags" Target="../tags/tag188.xml"/><Relationship Id="rId4" Type="http://schemas.openxmlformats.org/officeDocument/2006/relationships/tags" Target="../tags/tag187.xml"/><Relationship Id="rId3" Type="http://schemas.openxmlformats.org/officeDocument/2006/relationships/image" Target="../media/image8.jpeg"/><Relationship Id="rId2" Type="http://schemas.openxmlformats.org/officeDocument/2006/relationships/tags" Target="../tags/tag186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24.xml"/><Relationship Id="rId12" Type="http://schemas.openxmlformats.org/officeDocument/2006/relationships/tags" Target="../tags/tag195.xml"/><Relationship Id="rId11" Type="http://schemas.openxmlformats.org/officeDocument/2006/relationships/tags" Target="../tags/tag194.xml"/><Relationship Id="rId10" Type="http://schemas.openxmlformats.org/officeDocument/2006/relationships/tags" Target="../tags/tag193.xml"/><Relationship Id="rId1" Type="http://schemas.openxmlformats.org/officeDocument/2006/relationships/tags" Target="../tags/tag18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01.xml"/><Relationship Id="rId8" Type="http://schemas.openxmlformats.org/officeDocument/2006/relationships/tags" Target="../tags/tag200.xml"/><Relationship Id="rId7" Type="http://schemas.openxmlformats.org/officeDocument/2006/relationships/image" Target="../media/image11.jpeg"/><Relationship Id="rId6" Type="http://schemas.openxmlformats.org/officeDocument/2006/relationships/tags" Target="../tags/tag199.xml"/><Relationship Id="rId5" Type="http://schemas.openxmlformats.org/officeDocument/2006/relationships/image" Target="../media/image10.jpeg"/><Relationship Id="rId4" Type="http://schemas.openxmlformats.org/officeDocument/2006/relationships/tags" Target="../tags/tag198.xml"/><Relationship Id="rId3" Type="http://schemas.openxmlformats.org/officeDocument/2006/relationships/image" Target="../media/image9.jpeg"/><Relationship Id="rId2" Type="http://schemas.openxmlformats.org/officeDocument/2006/relationships/tags" Target="../tags/tag197.xml"/><Relationship Id="rId19" Type="http://schemas.openxmlformats.org/officeDocument/2006/relationships/notesSlide" Target="../notesSlides/notesSlide3.xml"/><Relationship Id="rId18" Type="http://schemas.openxmlformats.org/officeDocument/2006/relationships/slideLayout" Target="../slideLayouts/slideLayout25.xml"/><Relationship Id="rId17" Type="http://schemas.openxmlformats.org/officeDocument/2006/relationships/tags" Target="../tags/tag209.xml"/><Relationship Id="rId16" Type="http://schemas.openxmlformats.org/officeDocument/2006/relationships/tags" Target="../tags/tag208.xml"/><Relationship Id="rId15" Type="http://schemas.openxmlformats.org/officeDocument/2006/relationships/tags" Target="../tags/tag207.xml"/><Relationship Id="rId14" Type="http://schemas.openxmlformats.org/officeDocument/2006/relationships/tags" Target="../tags/tag206.xml"/><Relationship Id="rId13" Type="http://schemas.openxmlformats.org/officeDocument/2006/relationships/tags" Target="../tags/tag205.xml"/><Relationship Id="rId12" Type="http://schemas.openxmlformats.org/officeDocument/2006/relationships/tags" Target="../tags/tag204.xml"/><Relationship Id="rId11" Type="http://schemas.openxmlformats.org/officeDocument/2006/relationships/tags" Target="../tags/tag203.xml"/><Relationship Id="rId10" Type="http://schemas.openxmlformats.org/officeDocument/2006/relationships/tags" Target="../tags/tag202.xml"/><Relationship Id="rId1" Type="http://schemas.openxmlformats.org/officeDocument/2006/relationships/tags" Target="../tags/tag19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" Type="http://schemas.openxmlformats.org/officeDocument/2006/relationships/tags" Target="../tags/tag21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20.xml"/><Relationship Id="rId8" Type="http://schemas.openxmlformats.org/officeDocument/2006/relationships/tags" Target="../tags/tag219.xml"/><Relationship Id="rId7" Type="http://schemas.openxmlformats.org/officeDocument/2006/relationships/tags" Target="../tags/tag218.xml"/><Relationship Id="rId6" Type="http://schemas.openxmlformats.org/officeDocument/2006/relationships/tags" Target="../tags/tag217.xml"/><Relationship Id="rId5" Type="http://schemas.openxmlformats.org/officeDocument/2006/relationships/tags" Target="../tags/tag216.xml"/><Relationship Id="rId4" Type="http://schemas.openxmlformats.org/officeDocument/2006/relationships/image" Target="../media/image12.jpeg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26.xml"/><Relationship Id="rId14" Type="http://schemas.openxmlformats.org/officeDocument/2006/relationships/tags" Target="../tags/tag225.xml"/><Relationship Id="rId13" Type="http://schemas.openxmlformats.org/officeDocument/2006/relationships/tags" Target="../tags/tag224.xml"/><Relationship Id="rId12" Type="http://schemas.openxmlformats.org/officeDocument/2006/relationships/tags" Target="../tags/tag223.xml"/><Relationship Id="rId11" Type="http://schemas.openxmlformats.org/officeDocument/2006/relationships/tags" Target="../tags/tag222.xml"/><Relationship Id="rId10" Type="http://schemas.openxmlformats.org/officeDocument/2006/relationships/tags" Target="../tags/tag221.xml"/><Relationship Id="rId1" Type="http://schemas.openxmlformats.org/officeDocument/2006/relationships/tags" Target="../tags/tag21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32.xml"/><Relationship Id="rId8" Type="http://schemas.openxmlformats.org/officeDocument/2006/relationships/tags" Target="../tags/tag231.xml"/><Relationship Id="rId7" Type="http://schemas.openxmlformats.org/officeDocument/2006/relationships/tags" Target="../tags/tag230.xml"/><Relationship Id="rId6" Type="http://schemas.openxmlformats.org/officeDocument/2006/relationships/tags" Target="../tags/tag229.xml"/><Relationship Id="rId5" Type="http://schemas.openxmlformats.org/officeDocument/2006/relationships/image" Target="../media/image13.jpeg"/><Relationship Id="rId4" Type="http://schemas.openxmlformats.org/officeDocument/2006/relationships/tags" Target="../tags/tag228.xml"/><Relationship Id="rId3" Type="http://schemas.openxmlformats.org/officeDocument/2006/relationships/image" Target="../media/image5.jpeg"/><Relationship Id="rId2" Type="http://schemas.openxmlformats.org/officeDocument/2006/relationships/tags" Target="../tags/tag227.xml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23.xml"/><Relationship Id="rId17" Type="http://schemas.openxmlformats.org/officeDocument/2006/relationships/tags" Target="../tags/tag239.xml"/><Relationship Id="rId16" Type="http://schemas.openxmlformats.org/officeDocument/2006/relationships/image" Target="../media/image14.jpeg"/><Relationship Id="rId15" Type="http://schemas.openxmlformats.org/officeDocument/2006/relationships/tags" Target="../tags/tag238.xml"/><Relationship Id="rId14" Type="http://schemas.openxmlformats.org/officeDocument/2006/relationships/tags" Target="../tags/tag237.xml"/><Relationship Id="rId13" Type="http://schemas.openxmlformats.org/officeDocument/2006/relationships/tags" Target="../tags/tag236.xml"/><Relationship Id="rId12" Type="http://schemas.openxmlformats.org/officeDocument/2006/relationships/tags" Target="../tags/tag235.xml"/><Relationship Id="rId11" Type="http://schemas.openxmlformats.org/officeDocument/2006/relationships/tags" Target="../tags/tag234.xml"/><Relationship Id="rId10" Type="http://schemas.openxmlformats.org/officeDocument/2006/relationships/tags" Target="../tags/tag233.xml"/><Relationship Id="rId1" Type="http://schemas.openxmlformats.org/officeDocument/2006/relationships/tags" Target="../tags/tag2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40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43.xml"/><Relationship Id="rId2" Type="http://schemas.openxmlformats.org/officeDocument/2006/relationships/tags" Target="../tags/tag242.xml"/><Relationship Id="rId1" Type="http://schemas.openxmlformats.org/officeDocument/2006/relationships/tags" Target="../tags/tag24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49.xml"/><Relationship Id="rId8" Type="http://schemas.openxmlformats.org/officeDocument/2006/relationships/tags" Target="../tags/tag248.xml"/><Relationship Id="rId7" Type="http://schemas.openxmlformats.org/officeDocument/2006/relationships/image" Target="../media/image11.jpeg"/><Relationship Id="rId6" Type="http://schemas.openxmlformats.org/officeDocument/2006/relationships/tags" Target="../tags/tag247.xml"/><Relationship Id="rId5" Type="http://schemas.openxmlformats.org/officeDocument/2006/relationships/image" Target="../media/image10.jpeg"/><Relationship Id="rId4" Type="http://schemas.openxmlformats.org/officeDocument/2006/relationships/tags" Target="../tags/tag246.xml"/><Relationship Id="rId3" Type="http://schemas.openxmlformats.org/officeDocument/2006/relationships/image" Target="../media/image9.jpeg"/><Relationship Id="rId2" Type="http://schemas.openxmlformats.org/officeDocument/2006/relationships/tags" Target="../tags/tag245.xml"/><Relationship Id="rId19" Type="http://schemas.openxmlformats.org/officeDocument/2006/relationships/notesSlide" Target="../notesSlides/notesSlide6.xml"/><Relationship Id="rId18" Type="http://schemas.openxmlformats.org/officeDocument/2006/relationships/slideLayout" Target="../slideLayouts/slideLayout25.xml"/><Relationship Id="rId17" Type="http://schemas.openxmlformats.org/officeDocument/2006/relationships/tags" Target="../tags/tag257.xml"/><Relationship Id="rId16" Type="http://schemas.openxmlformats.org/officeDocument/2006/relationships/tags" Target="../tags/tag256.xml"/><Relationship Id="rId15" Type="http://schemas.openxmlformats.org/officeDocument/2006/relationships/tags" Target="../tags/tag255.xml"/><Relationship Id="rId14" Type="http://schemas.openxmlformats.org/officeDocument/2006/relationships/tags" Target="../tags/tag254.xml"/><Relationship Id="rId13" Type="http://schemas.openxmlformats.org/officeDocument/2006/relationships/tags" Target="../tags/tag253.xml"/><Relationship Id="rId12" Type="http://schemas.openxmlformats.org/officeDocument/2006/relationships/tags" Target="../tags/tag252.xml"/><Relationship Id="rId11" Type="http://schemas.openxmlformats.org/officeDocument/2006/relationships/tags" Target="../tags/tag251.xml"/><Relationship Id="rId10" Type="http://schemas.openxmlformats.org/officeDocument/2006/relationships/tags" Target="../tags/tag250.xml"/><Relationship Id="rId1" Type="http://schemas.openxmlformats.org/officeDocument/2006/relationships/tags" Target="../tags/tag244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" Type="http://schemas.openxmlformats.org/officeDocument/2006/relationships/tags" Target="../tags/tag258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263.xml"/><Relationship Id="rId4" Type="http://schemas.openxmlformats.org/officeDocument/2006/relationships/image" Target="../media/image16.png"/><Relationship Id="rId3" Type="http://schemas.openxmlformats.org/officeDocument/2006/relationships/tags" Target="../tags/tag262.xml"/><Relationship Id="rId2" Type="http://schemas.openxmlformats.org/officeDocument/2006/relationships/tags" Target="../tags/tag261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266.xml"/><Relationship Id="rId4" Type="http://schemas.openxmlformats.org/officeDocument/2006/relationships/image" Target="../media/image17.png"/><Relationship Id="rId3" Type="http://schemas.openxmlformats.org/officeDocument/2006/relationships/tags" Target="../tags/tag265.xml"/><Relationship Id="rId2" Type="http://schemas.openxmlformats.org/officeDocument/2006/relationships/tags" Target="../tags/tag264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269.xml"/><Relationship Id="rId4" Type="http://schemas.openxmlformats.org/officeDocument/2006/relationships/image" Target="../media/image18.png"/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272.xml"/><Relationship Id="rId4" Type="http://schemas.openxmlformats.org/officeDocument/2006/relationships/image" Target="../media/image19.png"/><Relationship Id="rId3" Type="http://schemas.openxmlformats.org/officeDocument/2006/relationships/tags" Target="../tags/tag271.xml"/><Relationship Id="rId2" Type="http://schemas.openxmlformats.org/officeDocument/2006/relationships/tags" Target="../tags/tag270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275.xml"/><Relationship Id="rId3" Type="http://schemas.openxmlformats.org/officeDocument/2006/relationships/tags" Target="../tags/tag274.xml"/><Relationship Id="rId2" Type="http://schemas.openxmlformats.org/officeDocument/2006/relationships/tags" Target="../tags/tag273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278.xml"/><Relationship Id="rId4" Type="http://schemas.openxmlformats.org/officeDocument/2006/relationships/image" Target="../media/image20.png"/><Relationship Id="rId3" Type="http://schemas.openxmlformats.org/officeDocument/2006/relationships/tags" Target="../tags/tag277.xml"/><Relationship Id="rId2" Type="http://schemas.openxmlformats.org/officeDocument/2006/relationships/tags" Target="../tags/tag276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281.xml"/><Relationship Id="rId4" Type="http://schemas.openxmlformats.org/officeDocument/2006/relationships/image" Target="../media/image21.png"/><Relationship Id="rId3" Type="http://schemas.openxmlformats.org/officeDocument/2006/relationships/tags" Target="../tags/tag280.xml"/><Relationship Id="rId2" Type="http://schemas.openxmlformats.org/officeDocument/2006/relationships/tags" Target="../tags/tag279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284.xml"/><Relationship Id="rId4" Type="http://schemas.openxmlformats.org/officeDocument/2006/relationships/image" Target="../media/image22.png"/><Relationship Id="rId3" Type="http://schemas.openxmlformats.org/officeDocument/2006/relationships/tags" Target="../tags/tag283.xml"/><Relationship Id="rId2" Type="http://schemas.openxmlformats.org/officeDocument/2006/relationships/tags" Target="../tags/tag282.xml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287.xml"/><Relationship Id="rId4" Type="http://schemas.openxmlformats.org/officeDocument/2006/relationships/image" Target="../media/image23.png"/><Relationship Id="rId3" Type="http://schemas.openxmlformats.org/officeDocument/2006/relationships/tags" Target="../tags/tag286.xml"/><Relationship Id="rId2" Type="http://schemas.openxmlformats.org/officeDocument/2006/relationships/tags" Target="../tags/tag285.xm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290.xml"/><Relationship Id="rId4" Type="http://schemas.openxmlformats.org/officeDocument/2006/relationships/image" Target="../media/image24.png"/><Relationship Id="rId3" Type="http://schemas.openxmlformats.org/officeDocument/2006/relationships/tags" Target="../tags/tag289.xml"/><Relationship Id="rId2" Type="http://schemas.openxmlformats.org/officeDocument/2006/relationships/tags" Target="../tags/tag288.xml"/><Relationship Id="rId1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293.xml"/><Relationship Id="rId4" Type="http://schemas.openxmlformats.org/officeDocument/2006/relationships/image" Target="../media/image25.png"/><Relationship Id="rId3" Type="http://schemas.openxmlformats.org/officeDocument/2006/relationships/tags" Target="../tags/tag292.xml"/><Relationship Id="rId2" Type="http://schemas.openxmlformats.org/officeDocument/2006/relationships/tags" Target="../tags/tag291.xml"/><Relationship Id="rId1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296.xml"/><Relationship Id="rId4" Type="http://schemas.openxmlformats.org/officeDocument/2006/relationships/image" Target="../media/image26.png"/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299.xml"/><Relationship Id="rId4" Type="http://schemas.openxmlformats.org/officeDocument/2006/relationships/image" Target="../media/image27.png"/><Relationship Id="rId3" Type="http://schemas.openxmlformats.org/officeDocument/2006/relationships/tags" Target="../tags/tag298.xml"/><Relationship Id="rId2" Type="http://schemas.openxmlformats.org/officeDocument/2006/relationships/tags" Target="../tags/tag297.xml"/><Relationship Id="rId1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02.xml"/><Relationship Id="rId4" Type="http://schemas.openxmlformats.org/officeDocument/2006/relationships/image" Target="../media/image28.png"/><Relationship Id="rId3" Type="http://schemas.openxmlformats.org/officeDocument/2006/relationships/tags" Target="../tags/tag301.xml"/><Relationship Id="rId2" Type="http://schemas.openxmlformats.org/officeDocument/2006/relationships/tags" Target="../tags/tag300.xml"/><Relationship Id="rId1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05.xml"/><Relationship Id="rId4" Type="http://schemas.openxmlformats.org/officeDocument/2006/relationships/image" Target="../media/image29.png"/><Relationship Id="rId3" Type="http://schemas.openxmlformats.org/officeDocument/2006/relationships/tags" Target="../tags/tag304.xml"/><Relationship Id="rId2" Type="http://schemas.openxmlformats.org/officeDocument/2006/relationships/tags" Target="../tags/tag303.xml"/><Relationship Id="rId1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08.xml"/><Relationship Id="rId4" Type="http://schemas.openxmlformats.org/officeDocument/2006/relationships/image" Target="../media/image30.png"/><Relationship Id="rId3" Type="http://schemas.openxmlformats.org/officeDocument/2006/relationships/tags" Target="../tags/tag307.xml"/><Relationship Id="rId2" Type="http://schemas.openxmlformats.org/officeDocument/2006/relationships/tags" Target="../tags/tag306.xml"/><Relationship Id="rId1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11.xml"/><Relationship Id="rId4" Type="http://schemas.openxmlformats.org/officeDocument/2006/relationships/image" Target="../media/image31.png"/><Relationship Id="rId3" Type="http://schemas.openxmlformats.org/officeDocument/2006/relationships/tags" Target="../tags/tag310.xml"/><Relationship Id="rId2" Type="http://schemas.openxmlformats.org/officeDocument/2006/relationships/tags" Target="../tags/tag309.xml"/><Relationship Id="rId1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14.xml"/><Relationship Id="rId4" Type="http://schemas.openxmlformats.org/officeDocument/2006/relationships/image" Target="../media/image32.png"/><Relationship Id="rId3" Type="http://schemas.openxmlformats.org/officeDocument/2006/relationships/tags" Target="../tags/tag313.xml"/><Relationship Id="rId2" Type="http://schemas.openxmlformats.org/officeDocument/2006/relationships/tags" Target="../tags/tag312.xml"/><Relationship Id="rId1" Type="http://schemas.openxmlformats.org/officeDocument/2006/relationships/image" Target="../media/image15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17.xml"/><Relationship Id="rId4" Type="http://schemas.openxmlformats.org/officeDocument/2006/relationships/image" Target="../media/image33.png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20.xml"/><Relationship Id="rId4" Type="http://schemas.openxmlformats.org/officeDocument/2006/relationships/image" Target="../media/image34.png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image" Target="../media/image15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23.xml"/><Relationship Id="rId4" Type="http://schemas.openxmlformats.org/officeDocument/2006/relationships/image" Target="../media/image35.png"/><Relationship Id="rId3" Type="http://schemas.openxmlformats.org/officeDocument/2006/relationships/tags" Target="../tags/tag322.xml"/><Relationship Id="rId2" Type="http://schemas.openxmlformats.org/officeDocument/2006/relationships/tags" Target="../tags/tag321.xml"/><Relationship Id="rId1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26.xml"/><Relationship Id="rId4" Type="http://schemas.openxmlformats.org/officeDocument/2006/relationships/image" Target="../media/image36.png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29.xml"/><Relationship Id="rId4" Type="http://schemas.openxmlformats.org/officeDocument/2006/relationships/image" Target="../media/image37.png"/><Relationship Id="rId3" Type="http://schemas.openxmlformats.org/officeDocument/2006/relationships/tags" Target="../tags/tag328.xml"/><Relationship Id="rId2" Type="http://schemas.openxmlformats.org/officeDocument/2006/relationships/tags" Target="../tags/tag327.xml"/><Relationship Id="rId1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32.xml"/><Relationship Id="rId4" Type="http://schemas.openxmlformats.org/officeDocument/2006/relationships/image" Target="../media/image38.png"/><Relationship Id="rId3" Type="http://schemas.openxmlformats.org/officeDocument/2006/relationships/tags" Target="../tags/tag331.xml"/><Relationship Id="rId2" Type="http://schemas.openxmlformats.org/officeDocument/2006/relationships/tags" Target="../tags/tag330.xml"/><Relationship Id="rId1" Type="http://schemas.openxmlformats.org/officeDocument/2006/relationships/image" Target="../media/image15.pn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335.xml"/><Relationship Id="rId3" Type="http://schemas.openxmlformats.org/officeDocument/2006/relationships/tags" Target="../tags/tag334.xml"/><Relationship Id="rId2" Type="http://schemas.openxmlformats.org/officeDocument/2006/relationships/tags" Target="../tags/tag333.xml"/><Relationship Id="rId1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38.xml"/><Relationship Id="rId4" Type="http://schemas.openxmlformats.org/officeDocument/2006/relationships/image" Target="../media/image39.png"/><Relationship Id="rId3" Type="http://schemas.openxmlformats.org/officeDocument/2006/relationships/tags" Target="../tags/tag337.xml"/><Relationship Id="rId2" Type="http://schemas.openxmlformats.org/officeDocument/2006/relationships/tags" Target="../tags/tag336.xml"/><Relationship Id="rId1" Type="http://schemas.openxmlformats.org/officeDocument/2006/relationships/image" Target="../media/image15.png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41.xml"/><Relationship Id="rId4" Type="http://schemas.openxmlformats.org/officeDocument/2006/relationships/image" Target="../media/image40.png"/><Relationship Id="rId3" Type="http://schemas.openxmlformats.org/officeDocument/2006/relationships/tags" Target="../tags/tag340.xml"/><Relationship Id="rId2" Type="http://schemas.openxmlformats.org/officeDocument/2006/relationships/tags" Target="../tags/tag339.xml"/><Relationship Id="rId1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44.xml"/><Relationship Id="rId4" Type="http://schemas.openxmlformats.org/officeDocument/2006/relationships/image" Target="../media/image41.png"/><Relationship Id="rId3" Type="http://schemas.openxmlformats.org/officeDocument/2006/relationships/tags" Target="../tags/tag343.xml"/><Relationship Id="rId2" Type="http://schemas.openxmlformats.org/officeDocument/2006/relationships/tags" Target="../tags/tag342.xml"/><Relationship Id="rId1" Type="http://schemas.openxmlformats.org/officeDocument/2006/relationships/image" Target="../media/image15.png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47.xml"/><Relationship Id="rId4" Type="http://schemas.openxmlformats.org/officeDocument/2006/relationships/image" Target="../media/image42.png"/><Relationship Id="rId3" Type="http://schemas.openxmlformats.org/officeDocument/2006/relationships/tags" Target="../tags/tag346.xml"/><Relationship Id="rId2" Type="http://schemas.openxmlformats.org/officeDocument/2006/relationships/tags" Target="../tags/tag345.xml"/><Relationship Id="rId1" Type="http://schemas.openxmlformats.org/officeDocument/2006/relationships/image" Target="../media/image15.png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50.xml"/><Relationship Id="rId4" Type="http://schemas.openxmlformats.org/officeDocument/2006/relationships/image" Target="../media/image43.png"/><Relationship Id="rId3" Type="http://schemas.openxmlformats.org/officeDocument/2006/relationships/tags" Target="../tags/tag349.xml"/><Relationship Id="rId2" Type="http://schemas.openxmlformats.org/officeDocument/2006/relationships/tags" Target="../tags/tag348.xml"/><Relationship Id="rId1" Type="http://schemas.openxmlformats.org/officeDocument/2006/relationships/image" Target="../media/image15.png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53.xml"/><Relationship Id="rId4" Type="http://schemas.openxmlformats.org/officeDocument/2006/relationships/image" Target="../media/image44.png"/><Relationship Id="rId3" Type="http://schemas.openxmlformats.org/officeDocument/2006/relationships/tags" Target="../tags/tag352.xml"/><Relationship Id="rId2" Type="http://schemas.openxmlformats.org/officeDocument/2006/relationships/tags" Target="../tags/tag351.xml"/><Relationship Id="rId1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56.xml"/><Relationship Id="rId4" Type="http://schemas.openxmlformats.org/officeDocument/2006/relationships/image" Target="../media/image45.png"/><Relationship Id="rId3" Type="http://schemas.openxmlformats.org/officeDocument/2006/relationships/tags" Target="../tags/tag355.xml"/><Relationship Id="rId2" Type="http://schemas.openxmlformats.org/officeDocument/2006/relationships/tags" Target="../tags/tag354.xml"/><Relationship Id="rId1" Type="http://schemas.openxmlformats.org/officeDocument/2006/relationships/image" Target="../media/image15.png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59.xml"/><Relationship Id="rId4" Type="http://schemas.openxmlformats.org/officeDocument/2006/relationships/image" Target="../media/image46.png"/><Relationship Id="rId3" Type="http://schemas.openxmlformats.org/officeDocument/2006/relationships/tags" Target="../tags/tag358.xml"/><Relationship Id="rId2" Type="http://schemas.openxmlformats.org/officeDocument/2006/relationships/tags" Target="../tags/tag357.xml"/><Relationship Id="rId1" Type="http://schemas.openxmlformats.org/officeDocument/2006/relationships/image" Target="../media/image15.png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62.xml"/><Relationship Id="rId4" Type="http://schemas.openxmlformats.org/officeDocument/2006/relationships/image" Target="../media/image47.png"/><Relationship Id="rId3" Type="http://schemas.openxmlformats.org/officeDocument/2006/relationships/tags" Target="../tags/tag361.xml"/><Relationship Id="rId2" Type="http://schemas.openxmlformats.org/officeDocument/2006/relationships/tags" Target="../tags/tag360.xml"/><Relationship Id="rId1" Type="http://schemas.openxmlformats.org/officeDocument/2006/relationships/image" Target="../media/image15.png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365.xml"/><Relationship Id="rId3" Type="http://schemas.openxmlformats.org/officeDocument/2006/relationships/tags" Target="../tags/tag364.xml"/><Relationship Id="rId2" Type="http://schemas.openxmlformats.org/officeDocument/2006/relationships/tags" Target="../tags/tag363.xml"/><Relationship Id="rId1" Type="http://schemas.openxmlformats.org/officeDocument/2006/relationships/image" Target="../media/image15.png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68.xml"/><Relationship Id="rId4" Type="http://schemas.openxmlformats.org/officeDocument/2006/relationships/image" Target="../media/image48.png"/><Relationship Id="rId3" Type="http://schemas.openxmlformats.org/officeDocument/2006/relationships/tags" Target="../tags/tag367.xml"/><Relationship Id="rId2" Type="http://schemas.openxmlformats.org/officeDocument/2006/relationships/tags" Target="../tags/tag366.xml"/><Relationship Id="rId1" Type="http://schemas.openxmlformats.org/officeDocument/2006/relationships/image" Target="../media/image15.png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71.xml"/><Relationship Id="rId4" Type="http://schemas.openxmlformats.org/officeDocument/2006/relationships/image" Target="../media/image49.png"/><Relationship Id="rId3" Type="http://schemas.openxmlformats.org/officeDocument/2006/relationships/tags" Target="../tags/tag370.xml"/><Relationship Id="rId2" Type="http://schemas.openxmlformats.org/officeDocument/2006/relationships/tags" Target="../tags/tag369.xml"/><Relationship Id="rId1" Type="http://schemas.openxmlformats.org/officeDocument/2006/relationships/image" Target="../media/image15.png"/></Relationships>
</file>

<file path=ppt/slides/_rels/slide5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74.xml"/><Relationship Id="rId4" Type="http://schemas.openxmlformats.org/officeDocument/2006/relationships/image" Target="../media/image50.png"/><Relationship Id="rId3" Type="http://schemas.openxmlformats.org/officeDocument/2006/relationships/tags" Target="../tags/tag373.xml"/><Relationship Id="rId2" Type="http://schemas.openxmlformats.org/officeDocument/2006/relationships/tags" Target="../tags/tag372.xml"/><Relationship Id="rId1" Type="http://schemas.openxmlformats.org/officeDocument/2006/relationships/image" Target="../media/image15.png"/></Relationships>
</file>

<file path=ppt/slides/_rels/slide5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77.xml"/><Relationship Id="rId4" Type="http://schemas.openxmlformats.org/officeDocument/2006/relationships/image" Target="../media/image51.png"/><Relationship Id="rId3" Type="http://schemas.openxmlformats.org/officeDocument/2006/relationships/tags" Target="../tags/tag376.xml"/><Relationship Id="rId2" Type="http://schemas.openxmlformats.org/officeDocument/2006/relationships/tags" Target="../tags/tag375.xml"/><Relationship Id="rId1" Type="http://schemas.openxmlformats.org/officeDocument/2006/relationships/image" Target="../media/image15.png"/></Relationships>
</file>

<file path=ppt/slides/_rels/slide5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80.xml"/><Relationship Id="rId4" Type="http://schemas.openxmlformats.org/officeDocument/2006/relationships/image" Target="../media/image52.png"/><Relationship Id="rId3" Type="http://schemas.openxmlformats.org/officeDocument/2006/relationships/tags" Target="../tags/tag379.xml"/><Relationship Id="rId2" Type="http://schemas.openxmlformats.org/officeDocument/2006/relationships/tags" Target="../tags/tag378.xml"/><Relationship Id="rId1" Type="http://schemas.openxmlformats.org/officeDocument/2006/relationships/image" Target="../media/image15.png"/></Relationships>
</file>

<file path=ppt/slides/_rels/slide5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83.xml"/><Relationship Id="rId4" Type="http://schemas.openxmlformats.org/officeDocument/2006/relationships/image" Target="../media/image53.png"/><Relationship Id="rId3" Type="http://schemas.openxmlformats.org/officeDocument/2006/relationships/tags" Target="../tags/tag382.xml"/><Relationship Id="rId2" Type="http://schemas.openxmlformats.org/officeDocument/2006/relationships/tags" Target="../tags/tag381.xml"/><Relationship Id="rId1" Type="http://schemas.openxmlformats.org/officeDocument/2006/relationships/image" Target="../media/image15.png"/></Relationships>
</file>

<file path=ppt/slides/_rels/slide5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86.xml"/><Relationship Id="rId4" Type="http://schemas.openxmlformats.org/officeDocument/2006/relationships/image" Target="../media/image54.png"/><Relationship Id="rId3" Type="http://schemas.openxmlformats.org/officeDocument/2006/relationships/tags" Target="../tags/tag385.xml"/><Relationship Id="rId2" Type="http://schemas.openxmlformats.org/officeDocument/2006/relationships/tags" Target="../tags/tag384.xml"/><Relationship Id="rId1" Type="http://schemas.openxmlformats.org/officeDocument/2006/relationships/image" Target="../media/image15.png"/></Relationships>
</file>

<file path=ppt/slides/_rels/slide5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89.xml"/><Relationship Id="rId4" Type="http://schemas.openxmlformats.org/officeDocument/2006/relationships/image" Target="../media/image55.png"/><Relationship Id="rId3" Type="http://schemas.openxmlformats.org/officeDocument/2006/relationships/tags" Target="../tags/tag388.xml"/><Relationship Id="rId2" Type="http://schemas.openxmlformats.org/officeDocument/2006/relationships/tags" Target="../tags/tag387.xml"/><Relationship Id="rId1" Type="http://schemas.openxmlformats.org/officeDocument/2006/relationships/image" Target="../media/image15.png"/></Relationships>
</file>

<file path=ppt/slides/_rels/slide5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92.xml"/><Relationship Id="rId4" Type="http://schemas.openxmlformats.org/officeDocument/2006/relationships/image" Target="../media/image56.png"/><Relationship Id="rId3" Type="http://schemas.openxmlformats.org/officeDocument/2006/relationships/tags" Target="../tags/tag391.xml"/><Relationship Id="rId2" Type="http://schemas.openxmlformats.org/officeDocument/2006/relationships/tags" Target="../tags/tag390.xml"/><Relationship Id="rId1" Type="http://schemas.openxmlformats.org/officeDocument/2006/relationships/image" Target="../media/image15.png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tags" Target="../tags/tag400.xml"/><Relationship Id="rId8" Type="http://schemas.openxmlformats.org/officeDocument/2006/relationships/tags" Target="../tags/tag399.xml"/><Relationship Id="rId7" Type="http://schemas.openxmlformats.org/officeDocument/2006/relationships/tags" Target="../tags/tag398.xml"/><Relationship Id="rId6" Type="http://schemas.openxmlformats.org/officeDocument/2006/relationships/tags" Target="../tags/tag397.xml"/><Relationship Id="rId5" Type="http://schemas.openxmlformats.org/officeDocument/2006/relationships/tags" Target="../tags/tag396.xml"/><Relationship Id="rId4" Type="http://schemas.openxmlformats.org/officeDocument/2006/relationships/tags" Target="../tags/tag395.xml"/><Relationship Id="rId3" Type="http://schemas.openxmlformats.org/officeDocument/2006/relationships/tags" Target="../tags/tag394.xml"/><Relationship Id="rId2" Type="http://schemas.openxmlformats.org/officeDocument/2006/relationships/image" Target="../media/image57.jpeg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25.xml"/><Relationship Id="rId11" Type="http://schemas.openxmlformats.org/officeDocument/2006/relationships/tags" Target="../tags/tag402.xml"/><Relationship Id="rId10" Type="http://schemas.openxmlformats.org/officeDocument/2006/relationships/tags" Target="../tags/tag401.xml"/><Relationship Id="rId1" Type="http://schemas.openxmlformats.org/officeDocument/2006/relationships/tags" Target="../tags/tag393.xml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tags" Target="../tags/tag408.xml"/><Relationship Id="rId8" Type="http://schemas.openxmlformats.org/officeDocument/2006/relationships/tags" Target="../tags/tag407.xml"/><Relationship Id="rId7" Type="http://schemas.openxmlformats.org/officeDocument/2006/relationships/image" Target="../media/image11.jpeg"/><Relationship Id="rId6" Type="http://schemas.openxmlformats.org/officeDocument/2006/relationships/tags" Target="../tags/tag406.xml"/><Relationship Id="rId5" Type="http://schemas.openxmlformats.org/officeDocument/2006/relationships/image" Target="../media/image10.jpeg"/><Relationship Id="rId4" Type="http://schemas.openxmlformats.org/officeDocument/2006/relationships/tags" Target="../tags/tag405.xml"/><Relationship Id="rId3" Type="http://schemas.openxmlformats.org/officeDocument/2006/relationships/image" Target="../media/image9.jpeg"/><Relationship Id="rId2" Type="http://schemas.openxmlformats.org/officeDocument/2006/relationships/tags" Target="../tags/tag404.xml"/><Relationship Id="rId19" Type="http://schemas.openxmlformats.org/officeDocument/2006/relationships/notesSlide" Target="../notesSlides/notesSlide8.xml"/><Relationship Id="rId18" Type="http://schemas.openxmlformats.org/officeDocument/2006/relationships/slideLayout" Target="../slideLayouts/slideLayout25.xml"/><Relationship Id="rId17" Type="http://schemas.openxmlformats.org/officeDocument/2006/relationships/tags" Target="../tags/tag416.xml"/><Relationship Id="rId16" Type="http://schemas.openxmlformats.org/officeDocument/2006/relationships/tags" Target="../tags/tag415.xml"/><Relationship Id="rId15" Type="http://schemas.openxmlformats.org/officeDocument/2006/relationships/tags" Target="../tags/tag414.xml"/><Relationship Id="rId14" Type="http://schemas.openxmlformats.org/officeDocument/2006/relationships/tags" Target="../tags/tag413.xml"/><Relationship Id="rId13" Type="http://schemas.openxmlformats.org/officeDocument/2006/relationships/tags" Target="../tags/tag412.xml"/><Relationship Id="rId12" Type="http://schemas.openxmlformats.org/officeDocument/2006/relationships/tags" Target="../tags/tag411.xml"/><Relationship Id="rId11" Type="http://schemas.openxmlformats.org/officeDocument/2006/relationships/tags" Target="../tags/tag410.xml"/><Relationship Id="rId10" Type="http://schemas.openxmlformats.org/officeDocument/2006/relationships/tags" Target="../tags/tag409.xml"/><Relationship Id="rId1" Type="http://schemas.openxmlformats.org/officeDocument/2006/relationships/tags" Target="../tags/tag403.xml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419.xml"/><Relationship Id="rId2" Type="http://schemas.openxmlformats.org/officeDocument/2006/relationships/tags" Target="../tags/tag418.xml"/><Relationship Id="rId1" Type="http://schemas.openxmlformats.org/officeDocument/2006/relationships/tags" Target="../tags/tag417.xml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tags" Target="../tags/tag427.xml"/><Relationship Id="rId8" Type="http://schemas.openxmlformats.org/officeDocument/2006/relationships/tags" Target="../tags/tag426.xml"/><Relationship Id="rId7" Type="http://schemas.openxmlformats.org/officeDocument/2006/relationships/tags" Target="../tags/tag425.xml"/><Relationship Id="rId6" Type="http://schemas.openxmlformats.org/officeDocument/2006/relationships/tags" Target="../tags/tag424.xml"/><Relationship Id="rId5" Type="http://schemas.openxmlformats.org/officeDocument/2006/relationships/tags" Target="../tags/tag423.xml"/><Relationship Id="rId4" Type="http://schemas.openxmlformats.org/officeDocument/2006/relationships/tags" Target="../tags/tag422.xml"/><Relationship Id="rId3" Type="http://schemas.openxmlformats.org/officeDocument/2006/relationships/tags" Target="../tags/tag421.xml"/><Relationship Id="rId2" Type="http://schemas.openxmlformats.org/officeDocument/2006/relationships/image" Target="../media/image58.jpeg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27.xml"/><Relationship Id="rId11" Type="http://schemas.openxmlformats.org/officeDocument/2006/relationships/tags" Target="../tags/tag429.xml"/><Relationship Id="rId10" Type="http://schemas.openxmlformats.org/officeDocument/2006/relationships/tags" Target="../tags/tag428.xml"/><Relationship Id="rId1" Type="http://schemas.openxmlformats.org/officeDocument/2006/relationships/tags" Target="../tags/tag420.xml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tags" Target="../tags/tag436.xml"/><Relationship Id="rId8" Type="http://schemas.openxmlformats.org/officeDocument/2006/relationships/tags" Target="../tags/tag435.xml"/><Relationship Id="rId7" Type="http://schemas.openxmlformats.org/officeDocument/2006/relationships/tags" Target="../tags/tag434.xml"/><Relationship Id="rId6" Type="http://schemas.openxmlformats.org/officeDocument/2006/relationships/tags" Target="../tags/tag433.xml"/><Relationship Id="rId5" Type="http://schemas.openxmlformats.org/officeDocument/2006/relationships/image" Target="../media/image13.jpeg"/><Relationship Id="rId4" Type="http://schemas.openxmlformats.org/officeDocument/2006/relationships/tags" Target="../tags/tag432.xml"/><Relationship Id="rId3" Type="http://schemas.openxmlformats.org/officeDocument/2006/relationships/image" Target="../media/image5.jpeg"/><Relationship Id="rId2" Type="http://schemas.openxmlformats.org/officeDocument/2006/relationships/tags" Target="../tags/tag431.xml"/><Relationship Id="rId19" Type="http://schemas.openxmlformats.org/officeDocument/2006/relationships/notesSlide" Target="../notesSlides/notesSlide10.xml"/><Relationship Id="rId18" Type="http://schemas.openxmlformats.org/officeDocument/2006/relationships/slideLayout" Target="../slideLayouts/slideLayout23.xml"/><Relationship Id="rId17" Type="http://schemas.openxmlformats.org/officeDocument/2006/relationships/tags" Target="../tags/tag443.xml"/><Relationship Id="rId16" Type="http://schemas.openxmlformats.org/officeDocument/2006/relationships/image" Target="../media/image14.jpeg"/><Relationship Id="rId15" Type="http://schemas.openxmlformats.org/officeDocument/2006/relationships/tags" Target="../tags/tag442.xml"/><Relationship Id="rId14" Type="http://schemas.openxmlformats.org/officeDocument/2006/relationships/tags" Target="../tags/tag441.xml"/><Relationship Id="rId13" Type="http://schemas.openxmlformats.org/officeDocument/2006/relationships/tags" Target="../tags/tag440.xml"/><Relationship Id="rId12" Type="http://schemas.openxmlformats.org/officeDocument/2006/relationships/tags" Target="../tags/tag439.xml"/><Relationship Id="rId11" Type="http://schemas.openxmlformats.org/officeDocument/2006/relationships/tags" Target="../tags/tag438.xml"/><Relationship Id="rId10" Type="http://schemas.openxmlformats.org/officeDocument/2006/relationships/tags" Target="../tags/tag437.xml"/><Relationship Id="rId1" Type="http://schemas.openxmlformats.org/officeDocument/2006/relationships/tags" Target="../tags/tag43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44.xml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447.xml"/><Relationship Id="rId2" Type="http://schemas.openxmlformats.org/officeDocument/2006/relationships/tags" Target="../tags/tag446.xml"/><Relationship Id="rId1" Type="http://schemas.openxmlformats.org/officeDocument/2006/relationships/tags" Target="../tags/tag445.xml"/></Relationships>
</file>

<file path=ppt/slides/_rels/slide65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image" Target="../media/image13.jpeg"/><Relationship Id="rId4" Type="http://schemas.openxmlformats.org/officeDocument/2006/relationships/tags" Target="../tags/tag450.xml"/><Relationship Id="rId3" Type="http://schemas.openxmlformats.org/officeDocument/2006/relationships/image" Target="../media/image5.jpeg"/><Relationship Id="rId2" Type="http://schemas.openxmlformats.org/officeDocument/2006/relationships/tags" Target="../tags/tag449.xml"/><Relationship Id="rId19" Type="http://schemas.openxmlformats.org/officeDocument/2006/relationships/notesSlide" Target="../notesSlides/notesSlide11.xml"/><Relationship Id="rId18" Type="http://schemas.openxmlformats.org/officeDocument/2006/relationships/slideLayout" Target="../slideLayouts/slideLayout23.xml"/><Relationship Id="rId17" Type="http://schemas.openxmlformats.org/officeDocument/2006/relationships/tags" Target="../tags/tag461.xml"/><Relationship Id="rId16" Type="http://schemas.openxmlformats.org/officeDocument/2006/relationships/image" Target="../media/image14.jpeg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tags" Target="../tags/tag448.xml"/></Relationships>
</file>

<file path=ppt/slides/_rels/slide66.xml.rels><?xml version="1.0" encoding="UTF-8" standalone="yes"?>
<Relationships xmlns="http://schemas.openxmlformats.org/package/2006/relationships"><Relationship Id="rId9" Type="http://schemas.openxmlformats.org/officeDocument/2006/relationships/tags" Target="../tags/tag469.xml"/><Relationship Id="rId8" Type="http://schemas.openxmlformats.org/officeDocument/2006/relationships/tags" Target="../tags/tag468.xml"/><Relationship Id="rId7" Type="http://schemas.openxmlformats.org/officeDocument/2006/relationships/tags" Target="../tags/tag467.xml"/><Relationship Id="rId6" Type="http://schemas.openxmlformats.org/officeDocument/2006/relationships/tags" Target="../tags/tag466.xml"/><Relationship Id="rId5" Type="http://schemas.openxmlformats.org/officeDocument/2006/relationships/tags" Target="../tags/tag465.xml"/><Relationship Id="rId4" Type="http://schemas.openxmlformats.org/officeDocument/2006/relationships/tags" Target="../tags/tag464.xml"/><Relationship Id="rId3" Type="http://schemas.openxmlformats.org/officeDocument/2006/relationships/image" Target="../media/image59.jpeg"/><Relationship Id="rId2" Type="http://schemas.openxmlformats.org/officeDocument/2006/relationships/tags" Target="../tags/tag463.xml"/><Relationship Id="rId14" Type="http://schemas.openxmlformats.org/officeDocument/2006/relationships/slideLayout" Target="../slideLayouts/slideLayout26.xml"/><Relationship Id="rId13" Type="http://schemas.openxmlformats.org/officeDocument/2006/relationships/tags" Target="../tags/tag473.xml"/><Relationship Id="rId12" Type="http://schemas.openxmlformats.org/officeDocument/2006/relationships/tags" Target="../tags/tag472.xml"/><Relationship Id="rId11" Type="http://schemas.openxmlformats.org/officeDocument/2006/relationships/tags" Target="../tags/tag471.xml"/><Relationship Id="rId10" Type="http://schemas.openxmlformats.org/officeDocument/2006/relationships/tags" Target="../tags/tag470.xml"/><Relationship Id="rId1" Type="http://schemas.openxmlformats.org/officeDocument/2006/relationships/tags" Target="../tags/tag462.xml"/></Relationships>
</file>

<file path=ppt/slides/_rels/slide67.xml.rels><?xml version="1.0" encoding="UTF-8" standalone="yes"?>
<Relationships xmlns="http://schemas.openxmlformats.org/package/2006/relationships"><Relationship Id="rId9" Type="http://schemas.openxmlformats.org/officeDocument/2006/relationships/tags" Target="../tags/tag479.xml"/><Relationship Id="rId8" Type="http://schemas.openxmlformats.org/officeDocument/2006/relationships/tags" Target="../tags/tag478.xml"/><Relationship Id="rId7" Type="http://schemas.openxmlformats.org/officeDocument/2006/relationships/image" Target="../media/image11.jpeg"/><Relationship Id="rId6" Type="http://schemas.openxmlformats.org/officeDocument/2006/relationships/tags" Target="../tags/tag477.xml"/><Relationship Id="rId5" Type="http://schemas.openxmlformats.org/officeDocument/2006/relationships/image" Target="../media/image10.jpeg"/><Relationship Id="rId4" Type="http://schemas.openxmlformats.org/officeDocument/2006/relationships/tags" Target="../tags/tag476.xml"/><Relationship Id="rId3" Type="http://schemas.openxmlformats.org/officeDocument/2006/relationships/image" Target="../media/image9.jpeg"/><Relationship Id="rId2" Type="http://schemas.openxmlformats.org/officeDocument/2006/relationships/tags" Target="../tags/tag475.xml"/><Relationship Id="rId19" Type="http://schemas.openxmlformats.org/officeDocument/2006/relationships/notesSlide" Target="../notesSlides/notesSlide12.xml"/><Relationship Id="rId18" Type="http://schemas.openxmlformats.org/officeDocument/2006/relationships/slideLayout" Target="../slideLayouts/slideLayout25.xml"/><Relationship Id="rId17" Type="http://schemas.openxmlformats.org/officeDocument/2006/relationships/tags" Target="../tags/tag487.xml"/><Relationship Id="rId16" Type="http://schemas.openxmlformats.org/officeDocument/2006/relationships/tags" Target="../tags/tag486.xml"/><Relationship Id="rId15" Type="http://schemas.openxmlformats.org/officeDocument/2006/relationships/tags" Target="../tags/tag485.xml"/><Relationship Id="rId14" Type="http://schemas.openxmlformats.org/officeDocument/2006/relationships/tags" Target="../tags/tag484.xml"/><Relationship Id="rId13" Type="http://schemas.openxmlformats.org/officeDocument/2006/relationships/tags" Target="../tags/tag483.xml"/><Relationship Id="rId12" Type="http://schemas.openxmlformats.org/officeDocument/2006/relationships/tags" Target="../tags/tag482.xml"/><Relationship Id="rId11" Type="http://schemas.openxmlformats.org/officeDocument/2006/relationships/tags" Target="../tags/tag481.xml"/><Relationship Id="rId10" Type="http://schemas.openxmlformats.org/officeDocument/2006/relationships/tags" Target="../tags/tag480.xml"/><Relationship Id="rId1" Type="http://schemas.openxmlformats.org/officeDocument/2006/relationships/tags" Target="../tags/tag474.xml"/></Relationships>
</file>

<file path=ppt/slides/_rels/slide6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490.xml"/><Relationship Id="rId2" Type="http://schemas.openxmlformats.org/officeDocument/2006/relationships/tags" Target="../tags/tag489.xml"/><Relationship Id="rId1" Type="http://schemas.openxmlformats.org/officeDocument/2006/relationships/tags" Target="../tags/tag488.xml"/></Relationships>
</file>

<file path=ppt/slides/_rels/slide69.xml.rels><?xml version="1.0" encoding="UTF-8" standalone="yes"?>
<Relationships xmlns="http://schemas.openxmlformats.org/package/2006/relationships"><Relationship Id="rId9" Type="http://schemas.openxmlformats.org/officeDocument/2006/relationships/tags" Target="../tags/tag498.xml"/><Relationship Id="rId8" Type="http://schemas.openxmlformats.org/officeDocument/2006/relationships/tags" Target="../tags/tag497.xml"/><Relationship Id="rId7" Type="http://schemas.openxmlformats.org/officeDocument/2006/relationships/tags" Target="../tags/tag496.xml"/><Relationship Id="rId6" Type="http://schemas.openxmlformats.org/officeDocument/2006/relationships/tags" Target="../tags/tag495.xml"/><Relationship Id="rId5" Type="http://schemas.openxmlformats.org/officeDocument/2006/relationships/tags" Target="../tags/tag494.xml"/><Relationship Id="rId4" Type="http://schemas.openxmlformats.org/officeDocument/2006/relationships/tags" Target="../tags/tag493.xml"/><Relationship Id="rId3" Type="http://schemas.openxmlformats.org/officeDocument/2006/relationships/image" Target="../media/image60.png"/><Relationship Id="rId2" Type="http://schemas.openxmlformats.org/officeDocument/2006/relationships/tags" Target="../tags/tag492.xml"/><Relationship Id="rId14" Type="http://schemas.openxmlformats.org/officeDocument/2006/relationships/notesSlide" Target="../notesSlides/notesSlide13.xml"/><Relationship Id="rId13" Type="http://schemas.openxmlformats.org/officeDocument/2006/relationships/slideLayout" Target="../slideLayouts/slideLayout24.xml"/><Relationship Id="rId12" Type="http://schemas.openxmlformats.org/officeDocument/2006/relationships/tags" Target="../tags/tag501.xml"/><Relationship Id="rId11" Type="http://schemas.openxmlformats.org/officeDocument/2006/relationships/tags" Target="../tags/tag500.xml"/><Relationship Id="rId10" Type="http://schemas.openxmlformats.org/officeDocument/2006/relationships/tags" Target="../tags/tag499.xml"/><Relationship Id="rId1" Type="http://schemas.openxmlformats.org/officeDocument/2006/relationships/tags" Target="../tags/tag491.xml"/></Relationships>
</file>

<file path=ppt/slides/_rels/slide70.xml.rels><?xml version="1.0" encoding="UTF-8" standalone="yes"?>
<Relationships xmlns="http://schemas.openxmlformats.org/package/2006/relationships"><Relationship Id="rId9" Type="http://schemas.openxmlformats.org/officeDocument/2006/relationships/tags" Target="../tags/tag508.xml"/><Relationship Id="rId8" Type="http://schemas.openxmlformats.org/officeDocument/2006/relationships/tags" Target="../tags/tag507.xml"/><Relationship Id="rId7" Type="http://schemas.openxmlformats.org/officeDocument/2006/relationships/tags" Target="../tags/tag506.xml"/><Relationship Id="rId6" Type="http://schemas.openxmlformats.org/officeDocument/2006/relationships/tags" Target="../tags/tag505.xml"/><Relationship Id="rId5" Type="http://schemas.openxmlformats.org/officeDocument/2006/relationships/image" Target="../media/image13.jpeg"/><Relationship Id="rId4" Type="http://schemas.openxmlformats.org/officeDocument/2006/relationships/tags" Target="../tags/tag504.xml"/><Relationship Id="rId3" Type="http://schemas.openxmlformats.org/officeDocument/2006/relationships/image" Target="../media/image5.jpeg"/><Relationship Id="rId2" Type="http://schemas.openxmlformats.org/officeDocument/2006/relationships/tags" Target="../tags/tag503.xml"/><Relationship Id="rId19" Type="http://schemas.openxmlformats.org/officeDocument/2006/relationships/notesSlide" Target="../notesSlides/notesSlide14.xml"/><Relationship Id="rId18" Type="http://schemas.openxmlformats.org/officeDocument/2006/relationships/slideLayout" Target="../slideLayouts/slideLayout23.xml"/><Relationship Id="rId17" Type="http://schemas.openxmlformats.org/officeDocument/2006/relationships/tags" Target="../tags/tag515.xml"/><Relationship Id="rId16" Type="http://schemas.openxmlformats.org/officeDocument/2006/relationships/image" Target="../media/image14.jpeg"/><Relationship Id="rId15" Type="http://schemas.openxmlformats.org/officeDocument/2006/relationships/tags" Target="../tags/tag514.xml"/><Relationship Id="rId14" Type="http://schemas.openxmlformats.org/officeDocument/2006/relationships/tags" Target="../tags/tag513.xml"/><Relationship Id="rId13" Type="http://schemas.openxmlformats.org/officeDocument/2006/relationships/tags" Target="../tags/tag512.xml"/><Relationship Id="rId12" Type="http://schemas.openxmlformats.org/officeDocument/2006/relationships/tags" Target="../tags/tag511.xml"/><Relationship Id="rId11" Type="http://schemas.openxmlformats.org/officeDocument/2006/relationships/tags" Target="../tags/tag510.xml"/><Relationship Id="rId10" Type="http://schemas.openxmlformats.org/officeDocument/2006/relationships/tags" Target="../tags/tag509.xml"/><Relationship Id="rId1" Type="http://schemas.openxmlformats.org/officeDocument/2006/relationships/tags" Target="../tags/tag50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16.xml"/></Relationships>
</file>

<file path=ppt/slides/_rels/slide7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2.xml"/><Relationship Id="rId3" Type="http://schemas.openxmlformats.org/officeDocument/2006/relationships/tags" Target="../tags/tag519.xml"/><Relationship Id="rId2" Type="http://schemas.openxmlformats.org/officeDocument/2006/relationships/tags" Target="../tags/tag518.xml"/><Relationship Id="rId1" Type="http://schemas.openxmlformats.org/officeDocument/2006/relationships/tags" Target="../tags/tag5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Vomo Industries</a:t>
            </a:r>
            <a:endParaRPr lang="en-US"/>
          </a:p>
        </p:txBody>
      </p:sp>
      <p:sp>
        <p:nvSpPr>
          <p:cNvPr id="8" name="标题 7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Zentra </a:t>
            </a:r>
            <a:r>
              <a:rPr lang="en-US" dirty="0"/>
              <a:t> </a:t>
            </a:r>
            <a:endParaRPr lang="en-US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CONTENTS</a:t>
            </a:r>
            <a:endParaRPr lang="en-US"/>
          </a:p>
        </p:txBody>
      </p:sp>
      <p:cxnSp>
        <p:nvCxnSpPr>
          <p:cNvPr id="30" name="直接箭头连接符 29"/>
          <p:cNvCxnSpPr/>
          <p:nvPr>
            <p:custDataLst>
              <p:tags r:id="rId2"/>
            </p:custDataLst>
          </p:nvPr>
        </p:nvCxnSpPr>
        <p:spPr>
          <a:xfrm>
            <a:off x="5876925" y="2041525"/>
            <a:ext cx="5697855" cy="0"/>
          </a:xfrm>
          <a:prstGeom prst="straightConnector1">
            <a:avLst/>
          </a:prstGeom>
          <a:ln w="19050">
            <a:gradFill>
              <a:gsLst>
                <a:gs pos="0">
                  <a:schemeClr val="accent6">
                    <a:alpha val="10000"/>
                  </a:schemeClr>
                </a:gs>
                <a:gs pos="100000">
                  <a:schemeClr val="accent2"/>
                </a:gs>
              </a:gsLst>
              <a:lin ang="10800000" scaled="1"/>
            </a:gra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序号"/>
          <p:cNvSpPr txBox="1"/>
          <p:nvPr>
            <p:custDataLst>
              <p:tags r:id="rId3"/>
            </p:custDataLst>
          </p:nvPr>
        </p:nvSpPr>
        <p:spPr>
          <a:xfrm>
            <a:off x="5810250" y="1292225"/>
            <a:ext cx="693420" cy="80391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en-US" sz="3600" dirty="0">
                <a:latin typeface="+mj-lt"/>
                <a:ea typeface="+mj-lt"/>
                <a:cs typeface="Arial" panose="020B0604020202020204" pitchFamily="34" charset="0"/>
              </a:rPr>
              <a:t>01</a:t>
            </a:r>
            <a:endParaRPr lang="en-US" sz="3600" dirty="0">
              <a:latin typeface="+mj-lt"/>
              <a:ea typeface="+mj-lt"/>
              <a:cs typeface="Arial" panose="020B0604020202020204" pitchFamily="34" charset="0"/>
            </a:endParaRPr>
          </a:p>
        </p:txBody>
      </p:sp>
      <p:sp>
        <p:nvSpPr>
          <p:cNvPr id="17" name="标题"/>
          <p:cNvSpPr txBox="1"/>
          <p:nvPr>
            <p:custDataLst>
              <p:tags r:id="rId4"/>
            </p:custDataLst>
          </p:nvPr>
        </p:nvSpPr>
        <p:spPr>
          <a:xfrm>
            <a:off x="6503670" y="1271905"/>
            <a:ext cx="5071110" cy="753110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>
            <a:defPPr>
              <a:defRPr lang="en-US">
                <a:latin typeface="+mj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sz="2000" b="1">
                <a:latin typeface="+mn-lt"/>
                <a:sym typeface="+mn-ea"/>
              </a:rPr>
              <a:t>Introduction to Zentra</a:t>
            </a:r>
            <a:endParaRPr lang="en-US" sz="2000" b="1">
              <a:latin typeface="+mn-lt"/>
              <a:sym typeface="+mn-ea"/>
            </a:endParaRPr>
          </a:p>
        </p:txBody>
      </p:sp>
      <p:cxnSp>
        <p:nvCxnSpPr>
          <p:cNvPr id="4" name="直接箭头连接符 3"/>
          <p:cNvCxnSpPr/>
          <p:nvPr>
            <p:custDataLst>
              <p:tags r:id="rId5"/>
            </p:custDataLst>
          </p:nvPr>
        </p:nvCxnSpPr>
        <p:spPr>
          <a:xfrm>
            <a:off x="5876925" y="2848610"/>
            <a:ext cx="5697855" cy="0"/>
          </a:xfrm>
          <a:prstGeom prst="straightConnector1">
            <a:avLst/>
          </a:prstGeom>
          <a:ln w="19050">
            <a:gradFill>
              <a:gsLst>
                <a:gs pos="0">
                  <a:schemeClr val="accent6">
                    <a:alpha val="10000"/>
                  </a:schemeClr>
                </a:gs>
                <a:gs pos="100000">
                  <a:schemeClr val="accent2"/>
                </a:gs>
              </a:gsLst>
              <a:lin ang="10800000" scaled="1"/>
            </a:gra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序号"/>
          <p:cNvSpPr txBox="1"/>
          <p:nvPr>
            <p:custDataLst>
              <p:tags r:id="rId6"/>
            </p:custDataLst>
          </p:nvPr>
        </p:nvSpPr>
        <p:spPr>
          <a:xfrm>
            <a:off x="5810250" y="2099310"/>
            <a:ext cx="693420" cy="80391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en-US" sz="3600" dirty="0">
                <a:latin typeface="+mj-lt"/>
                <a:ea typeface="+mj-lt"/>
                <a:cs typeface="Arial" panose="020B0604020202020204" pitchFamily="34" charset="0"/>
              </a:rPr>
              <a:t>02</a:t>
            </a:r>
            <a:endParaRPr lang="en-US" sz="3600" dirty="0">
              <a:latin typeface="+mj-lt"/>
              <a:ea typeface="+mj-lt"/>
              <a:cs typeface="Arial" panose="020B0604020202020204" pitchFamily="34" charset="0"/>
            </a:endParaRPr>
          </a:p>
        </p:txBody>
      </p:sp>
      <p:sp>
        <p:nvSpPr>
          <p:cNvPr id="7" name="标题"/>
          <p:cNvSpPr txBox="1"/>
          <p:nvPr>
            <p:custDataLst>
              <p:tags r:id="rId7"/>
            </p:custDataLst>
          </p:nvPr>
        </p:nvSpPr>
        <p:spPr>
          <a:xfrm>
            <a:off x="6503670" y="2078990"/>
            <a:ext cx="5071110" cy="753110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>
            <a:defPPr>
              <a:defRPr lang="en-US">
                <a:latin typeface="+mj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b="1">
                <a:latin typeface="+mn-lt"/>
                <a:sym typeface="+mn-ea"/>
              </a:rPr>
              <a:t>System Architecture</a:t>
            </a:r>
            <a:endParaRPr lang="en-US" b="1">
              <a:latin typeface="+mn-lt"/>
              <a:sym typeface="+mn-ea"/>
            </a:endParaRPr>
          </a:p>
        </p:txBody>
      </p:sp>
      <p:cxnSp>
        <p:nvCxnSpPr>
          <p:cNvPr id="12" name="直接箭头连接符 11"/>
          <p:cNvCxnSpPr/>
          <p:nvPr>
            <p:custDataLst>
              <p:tags r:id="rId8"/>
            </p:custDataLst>
          </p:nvPr>
        </p:nvCxnSpPr>
        <p:spPr>
          <a:xfrm>
            <a:off x="5876925" y="3655695"/>
            <a:ext cx="5697855" cy="0"/>
          </a:xfrm>
          <a:prstGeom prst="straightConnector1">
            <a:avLst/>
          </a:prstGeom>
          <a:ln w="19050">
            <a:gradFill>
              <a:gsLst>
                <a:gs pos="0">
                  <a:schemeClr val="accent6">
                    <a:alpha val="10000"/>
                  </a:schemeClr>
                </a:gs>
                <a:gs pos="100000">
                  <a:schemeClr val="accent2"/>
                </a:gs>
              </a:gsLst>
              <a:lin ang="10800000" scaled="1"/>
            </a:gra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序号"/>
          <p:cNvSpPr txBox="1"/>
          <p:nvPr>
            <p:custDataLst>
              <p:tags r:id="rId9"/>
            </p:custDataLst>
          </p:nvPr>
        </p:nvSpPr>
        <p:spPr>
          <a:xfrm>
            <a:off x="5810250" y="2906395"/>
            <a:ext cx="693420" cy="80391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en-US" sz="3600">
                <a:latin typeface="+mj-lt"/>
                <a:ea typeface="+mj-lt"/>
                <a:cs typeface="Arial" panose="020B0604020202020204" pitchFamily="34" charset="0"/>
              </a:rPr>
              <a:t>03</a:t>
            </a:r>
            <a:endParaRPr lang="en-US" sz="3600">
              <a:latin typeface="+mj-lt"/>
              <a:ea typeface="+mj-lt"/>
              <a:cs typeface="Arial" panose="020B0604020202020204" pitchFamily="34" charset="0"/>
            </a:endParaRPr>
          </a:p>
        </p:txBody>
      </p:sp>
      <p:sp>
        <p:nvSpPr>
          <p:cNvPr id="25" name="标题"/>
          <p:cNvSpPr txBox="1"/>
          <p:nvPr>
            <p:custDataLst>
              <p:tags r:id="rId10"/>
            </p:custDataLst>
          </p:nvPr>
        </p:nvSpPr>
        <p:spPr>
          <a:xfrm>
            <a:off x="6503670" y="2886075"/>
            <a:ext cx="5071110" cy="753110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>
            <a:defPPr>
              <a:defRPr lang="en-US">
                <a:latin typeface="+mj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b="1">
                <a:latin typeface="+mn-lt"/>
                <a:sym typeface="+mn-ea"/>
              </a:rPr>
              <a:t>User Interface Design</a:t>
            </a:r>
            <a:endParaRPr lang="en-US" b="1">
              <a:latin typeface="+mn-lt"/>
              <a:sym typeface="+mn-ea"/>
            </a:endParaRPr>
          </a:p>
        </p:txBody>
      </p:sp>
      <p:cxnSp>
        <p:nvCxnSpPr>
          <p:cNvPr id="31" name="直接箭头连接符 30"/>
          <p:cNvCxnSpPr/>
          <p:nvPr>
            <p:custDataLst>
              <p:tags r:id="rId11"/>
            </p:custDataLst>
          </p:nvPr>
        </p:nvCxnSpPr>
        <p:spPr>
          <a:xfrm>
            <a:off x="5876925" y="4462780"/>
            <a:ext cx="5697855" cy="0"/>
          </a:xfrm>
          <a:prstGeom prst="straightConnector1">
            <a:avLst/>
          </a:prstGeom>
          <a:ln w="19050">
            <a:gradFill>
              <a:gsLst>
                <a:gs pos="0">
                  <a:schemeClr val="accent6">
                    <a:alpha val="10000"/>
                  </a:schemeClr>
                </a:gs>
                <a:gs pos="100000">
                  <a:schemeClr val="accent2"/>
                </a:gs>
              </a:gsLst>
              <a:lin ang="10800000" scaled="1"/>
            </a:gra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序号"/>
          <p:cNvSpPr txBox="1"/>
          <p:nvPr>
            <p:custDataLst>
              <p:tags r:id="rId12"/>
            </p:custDataLst>
          </p:nvPr>
        </p:nvSpPr>
        <p:spPr>
          <a:xfrm>
            <a:off x="5810250" y="3713480"/>
            <a:ext cx="693420" cy="80391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en-US" sz="3600" dirty="0">
                <a:latin typeface="+mj-lt"/>
                <a:ea typeface="+mj-lt"/>
                <a:cs typeface="Arial" panose="020B0604020202020204" pitchFamily="34" charset="0"/>
              </a:rPr>
              <a:t>04</a:t>
            </a:r>
            <a:endParaRPr lang="en-US" sz="3600" dirty="0">
              <a:latin typeface="+mj-lt"/>
              <a:ea typeface="+mj-lt"/>
              <a:cs typeface="Arial" panose="020B0604020202020204" pitchFamily="34" charset="0"/>
            </a:endParaRPr>
          </a:p>
        </p:txBody>
      </p:sp>
      <p:sp>
        <p:nvSpPr>
          <p:cNvPr id="34" name="标题"/>
          <p:cNvSpPr txBox="1"/>
          <p:nvPr>
            <p:custDataLst>
              <p:tags r:id="rId13"/>
            </p:custDataLst>
          </p:nvPr>
        </p:nvSpPr>
        <p:spPr>
          <a:xfrm>
            <a:off x="6503670" y="3693160"/>
            <a:ext cx="5071110" cy="753110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>
            <a:defPPr>
              <a:defRPr lang="en-US">
                <a:latin typeface="+mj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b="1">
                <a:latin typeface="+mn-lt"/>
                <a:sym typeface="+mn-ea"/>
              </a:rPr>
              <a:t>Data Management</a:t>
            </a:r>
            <a:endParaRPr lang="en-US" b="1">
              <a:latin typeface="+mn-lt"/>
              <a:sym typeface="+mn-ea"/>
            </a:endParaRPr>
          </a:p>
        </p:txBody>
      </p:sp>
      <p:cxnSp>
        <p:nvCxnSpPr>
          <p:cNvPr id="36" name="直接箭头连接符 35"/>
          <p:cNvCxnSpPr/>
          <p:nvPr>
            <p:custDataLst>
              <p:tags r:id="rId14"/>
            </p:custDataLst>
          </p:nvPr>
        </p:nvCxnSpPr>
        <p:spPr>
          <a:xfrm>
            <a:off x="5876925" y="5269865"/>
            <a:ext cx="5697855" cy="0"/>
          </a:xfrm>
          <a:prstGeom prst="straightConnector1">
            <a:avLst/>
          </a:prstGeom>
          <a:ln w="19050">
            <a:gradFill>
              <a:gsLst>
                <a:gs pos="0">
                  <a:schemeClr val="accent6">
                    <a:alpha val="10000"/>
                  </a:schemeClr>
                </a:gs>
                <a:gs pos="100000">
                  <a:schemeClr val="accent2"/>
                </a:gs>
              </a:gsLst>
              <a:lin ang="10800000" scaled="1"/>
            </a:gra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序号"/>
          <p:cNvSpPr txBox="1"/>
          <p:nvPr>
            <p:custDataLst>
              <p:tags r:id="rId15"/>
            </p:custDataLst>
          </p:nvPr>
        </p:nvSpPr>
        <p:spPr>
          <a:xfrm>
            <a:off x="5810250" y="4520565"/>
            <a:ext cx="693420" cy="80391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en-US" sz="3600">
                <a:latin typeface="+mj-lt"/>
                <a:ea typeface="+mj-lt"/>
                <a:cs typeface="Arial" panose="020B0604020202020204" pitchFamily="34" charset="0"/>
              </a:rPr>
              <a:t>05</a:t>
            </a:r>
            <a:endParaRPr lang="en-US" sz="3600">
              <a:latin typeface="+mj-lt"/>
              <a:ea typeface="+mj-lt"/>
              <a:cs typeface="Arial" panose="020B0604020202020204" pitchFamily="34" charset="0"/>
            </a:endParaRPr>
          </a:p>
        </p:txBody>
      </p:sp>
      <p:sp>
        <p:nvSpPr>
          <p:cNvPr id="39" name="标题"/>
          <p:cNvSpPr txBox="1"/>
          <p:nvPr>
            <p:custDataLst>
              <p:tags r:id="rId16"/>
            </p:custDataLst>
          </p:nvPr>
        </p:nvSpPr>
        <p:spPr>
          <a:xfrm>
            <a:off x="6503670" y="4500245"/>
            <a:ext cx="5071110" cy="753110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>
            <a:defPPr>
              <a:defRPr lang="en-US">
                <a:latin typeface="+mj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b="1">
                <a:latin typeface="+mn-lt"/>
                <a:sym typeface="+mn-ea"/>
              </a:rPr>
              <a:t>Deployment and Implementation</a:t>
            </a:r>
            <a:endParaRPr lang="en-US" b="1">
              <a:latin typeface="+mn-lt"/>
              <a:sym typeface="+mn-ea"/>
            </a:endParaRPr>
          </a:p>
        </p:txBody>
      </p:sp>
      <p:cxnSp>
        <p:nvCxnSpPr>
          <p:cNvPr id="41" name="直接箭头连接符 40"/>
          <p:cNvCxnSpPr/>
          <p:nvPr>
            <p:custDataLst>
              <p:tags r:id="rId17"/>
            </p:custDataLst>
          </p:nvPr>
        </p:nvCxnSpPr>
        <p:spPr>
          <a:xfrm>
            <a:off x="5876925" y="6076950"/>
            <a:ext cx="5697855" cy="0"/>
          </a:xfrm>
          <a:prstGeom prst="straightConnector1">
            <a:avLst/>
          </a:prstGeom>
          <a:ln w="19050">
            <a:gradFill>
              <a:gsLst>
                <a:gs pos="0">
                  <a:schemeClr val="accent6">
                    <a:alpha val="10000"/>
                  </a:schemeClr>
                </a:gs>
                <a:gs pos="100000">
                  <a:schemeClr val="accent2"/>
                </a:gs>
              </a:gsLst>
              <a:lin ang="10800000" scaled="1"/>
            </a:gra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序号"/>
          <p:cNvSpPr txBox="1"/>
          <p:nvPr>
            <p:custDataLst>
              <p:tags r:id="rId18"/>
            </p:custDataLst>
          </p:nvPr>
        </p:nvSpPr>
        <p:spPr>
          <a:xfrm>
            <a:off x="5810250" y="5327650"/>
            <a:ext cx="693420" cy="80391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>
              <a:buClrTx/>
              <a:buSzTx/>
              <a:buFontTx/>
            </a:pPr>
            <a:r>
              <a:rPr lang="en-US" sz="3600" dirty="0">
                <a:latin typeface="+mj-lt"/>
                <a:ea typeface="+mj-lt"/>
                <a:cs typeface="Arial" panose="020B0604020202020204" pitchFamily="34" charset="0"/>
              </a:rPr>
              <a:t>06</a:t>
            </a:r>
            <a:endParaRPr lang="en-US" sz="3600" dirty="0">
              <a:latin typeface="+mj-lt"/>
              <a:ea typeface="+mj-lt"/>
              <a:cs typeface="Arial" panose="020B0604020202020204" pitchFamily="34" charset="0"/>
            </a:endParaRPr>
          </a:p>
        </p:txBody>
      </p:sp>
      <p:sp>
        <p:nvSpPr>
          <p:cNvPr id="43" name="标题"/>
          <p:cNvSpPr txBox="1"/>
          <p:nvPr>
            <p:custDataLst>
              <p:tags r:id="rId19"/>
            </p:custDataLst>
          </p:nvPr>
        </p:nvSpPr>
        <p:spPr>
          <a:xfrm>
            <a:off x="6503670" y="5307330"/>
            <a:ext cx="5071110" cy="753110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>
            <a:defPPr>
              <a:defRPr lang="en-US">
                <a:latin typeface="+mj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j-lt"/>
              </a:defRPr>
            </a:lvl9pPr>
          </a:lstStyle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b="1">
                <a:latin typeface="+mn-lt"/>
                <a:sym typeface="+mn-ea"/>
              </a:rPr>
              <a:t>Future Roadmap</a:t>
            </a:r>
            <a:endParaRPr lang="en-US" b="1">
              <a:latin typeface="+mn-lt"/>
              <a:sym typeface="+mn-ea"/>
            </a:endParaRPr>
          </a:p>
        </p:txBody>
      </p:sp>
    </p:spTree>
    <p:custDataLst>
      <p:tags r:id="rId2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01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 dirty="0"/>
              <a:t>Introduction to </a:t>
            </a:r>
            <a:r>
              <a:rPr lang="en-US" altLang="en-US" dirty="0"/>
              <a:t>Zentra </a:t>
            </a:r>
            <a:endParaRPr lang="en-US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>
                <a:latin typeface="+mj-lt"/>
              </a:rPr>
              <a:t>Overview of the System</a:t>
            </a:r>
            <a:endParaRPr lang="en-US" spc="0">
              <a:latin typeface="+mj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56"/>
          <a:stretch>
            <a:fillRect/>
          </a:stretch>
        </p:blipFill>
        <p:spPr>
          <a:xfrm>
            <a:off x="8123400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3" name="图片 2" descr="C:\Projects\Vomo\Portofolio\production-and-operations-management.pngproduction-and-operations-management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t="9271" b="9271"/>
          <a:stretch>
            <a:fillRect/>
          </a:stretch>
        </p:blipFill>
        <p:spPr>
          <a:xfrm>
            <a:off x="693958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4" name="直接连接符 3"/>
          <p:cNvCxnSpPr/>
          <p:nvPr>
            <p:custDataLst>
              <p:tags r:id="rId6"/>
            </p:custDataLst>
          </p:nvPr>
        </p:nvCxnSpPr>
        <p:spPr>
          <a:xfrm flipV="1">
            <a:off x="713648" y="3490256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954373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Advance Production Management System.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954373" y="3405780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chemeClr val="accent1"/>
                </a:solidFill>
                <a:latin typeface="+mj-lt"/>
                <a:sym typeface="+mn-ea"/>
              </a:rPr>
              <a:t>Production Management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 flipV="1">
            <a:off x="4428051" y="3490256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8" name="矩形 7"/>
          <p:cNvSpPr/>
          <p:nvPr>
            <p:custDataLst>
              <p:tags r:id="rId10"/>
            </p:custDataLst>
          </p:nvPr>
        </p:nvSpPr>
        <p:spPr>
          <a:xfrm>
            <a:off x="4668776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Provide Smart &amp; Powerfull Inventory Management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1"/>
            </p:custDataLst>
          </p:nvPr>
        </p:nvSpPr>
        <p:spPr>
          <a:xfrm>
            <a:off x="4668776" y="3405780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chemeClr val="accent1"/>
                </a:solidFill>
                <a:latin typeface="+mj-lt"/>
                <a:sym typeface="+mn-ea"/>
              </a:rPr>
              <a:t>Inventory Management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12"/>
            </p:custDataLst>
          </p:nvPr>
        </p:nvCxnSpPr>
        <p:spPr>
          <a:xfrm flipV="1">
            <a:off x="8124035" y="3475647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0" name="矩形 9"/>
          <p:cNvSpPr/>
          <p:nvPr>
            <p:custDataLst>
              <p:tags r:id="rId13"/>
            </p:custDataLst>
          </p:nvPr>
        </p:nvSpPr>
        <p:spPr>
          <a:xfrm>
            <a:off x="8364760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Advanced analytics to monitor and mitigate investment risks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4"/>
            </p:custDataLst>
          </p:nvPr>
        </p:nvSpPr>
        <p:spPr>
          <a:xfrm>
            <a:off x="8364760" y="3391171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chemeClr val="accent1"/>
                </a:solidFill>
                <a:latin typeface="+mj-lt"/>
                <a:sym typeface="+mn-ea"/>
              </a:rPr>
              <a:t>Risk Management Tools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pic>
        <p:nvPicPr>
          <p:cNvPr id="22" name="图片 21" descr="C:\Projects\Vomo\Portofolio\inventory.pnginventory"/>
          <p:cNvPicPr>
            <a:picLocks noChangeAspect="1"/>
          </p:cNvPicPr>
          <p:nvPr>
            <p:custDataLst>
              <p:tags r:id="rId15"/>
            </p:custDataLst>
          </p:nvPr>
        </p:nvPicPr>
        <p:blipFill rotWithShape="1">
          <a:blip r:embed="rId16"/>
          <a:srcRect t="5168" b="5168"/>
          <a:stretch>
            <a:fillRect/>
          </a:stretch>
        </p:blipFill>
        <p:spPr>
          <a:xfrm>
            <a:off x="4408996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</p:spTree>
    <p:custDataLst>
      <p:tags r:id="rId1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: 形状 17"/>
          <p:cNvSpPr/>
          <p:nvPr>
            <p:custDataLst>
              <p:tags r:id="rId1"/>
            </p:custDataLst>
          </p:nvPr>
        </p:nvSpPr>
        <p:spPr>
          <a:xfrm rot="21342100">
            <a:off x="7469116" y="1289275"/>
            <a:ext cx="3626875" cy="4563048"/>
          </a:xfrm>
          <a:custGeom>
            <a:avLst/>
            <a:gdLst>
              <a:gd name="connsiteX0" fmla="*/ 51465 w 3626875"/>
              <a:gd name="connsiteY0" fmla="*/ 0 h 4563048"/>
              <a:gd name="connsiteX1" fmla="*/ 3575410 w 3626875"/>
              <a:gd name="connsiteY1" fmla="*/ 0 h 4563048"/>
              <a:gd name="connsiteX2" fmla="*/ 3626875 w 3626875"/>
              <a:gd name="connsiteY2" fmla="*/ 51465 h 4563048"/>
              <a:gd name="connsiteX3" fmla="*/ 3626875 w 3626875"/>
              <a:gd name="connsiteY3" fmla="*/ 4511583 h 4563048"/>
              <a:gd name="connsiteX4" fmla="*/ 3575410 w 3626875"/>
              <a:gd name="connsiteY4" fmla="*/ 4563048 h 4563048"/>
              <a:gd name="connsiteX5" fmla="*/ 51465 w 3626875"/>
              <a:gd name="connsiteY5" fmla="*/ 4563048 h 4563048"/>
              <a:gd name="connsiteX6" fmla="*/ 0 w 3626875"/>
              <a:gd name="connsiteY6" fmla="*/ 4511583 h 4563048"/>
              <a:gd name="connsiteX7" fmla="*/ 0 w 3626875"/>
              <a:gd name="connsiteY7" fmla="*/ 51465 h 4563048"/>
              <a:gd name="connsiteX8" fmla="*/ 51465 w 3626875"/>
              <a:gd name="connsiteY8" fmla="*/ 0 h 4563048"/>
              <a:gd name="connsiteX9" fmla="*/ 273025 w 3626875"/>
              <a:gd name="connsiteY9" fmla="*/ 339208 h 4563048"/>
              <a:gd name="connsiteX10" fmla="*/ 273025 w 3626875"/>
              <a:gd name="connsiteY10" fmla="*/ 3588875 h 4563048"/>
              <a:gd name="connsiteX11" fmla="*/ 3353850 w 3626875"/>
              <a:gd name="connsiteY11" fmla="*/ 3588875 h 4563048"/>
              <a:gd name="connsiteX12" fmla="*/ 3353850 w 3626875"/>
              <a:gd name="connsiteY12" fmla="*/ 339208 h 4563048"/>
              <a:gd name="connsiteX13" fmla="*/ 273025 w 3626875"/>
              <a:gd name="connsiteY13" fmla="*/ 339208 h 4563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26875" h="4563048">
                <a:moveTo>
                  <a:pt x="51465" y="0"/>
                </a:moveTo>
                <a:lnTo>
                  <a:pt x="3575410" y="0"/>
                </a:lnTo>
                <a:cubicBezTo>
                  <a:pt x="3603833" y="0"/>
                  <a:pt x="3626875" y="23042"/>
                  <a:pt x="3626875" y="51465"/>
                </a:cubicBezTo>
                <a:lnTo>
                  <a:pt x="3626875" y="4511583"/>
                </a:lnTo>
                <a:cubicBezTo>
                  <a:pt x="3626875" y="4540006"/>
                  <a:pt x="3603833" y="4563048"/>
                  <a:pt x="3575410" y="4563048"/>
                </a:cubicBezTo>
                <a:lnTo>
                  <a:pt x="51465" y="4563048"/>
                </a:lnTo>
                <a:cubicBezTo>
                  <a:pt x="23042" y="4563048"/>
                  <a:pt x="0" y="4540006"/>
                  <a:pt x="0" y="4511583"/>
                </a:cubicBezTo>
                <a:lnTo>
                  <a:pt x="0" y="51465"/>
                </a:lnTo>
                <a:cubicBezTo>
                  <a:pt x="0" y="23042"/>
                  <a:pt x="23042" y="0"/>
                  <a:pt x="51465" y="0"/>
                </a:cubicBezTo>
                <a:close/>
                <a:moveTo>
                  <a:pt x="273025" y="339208"/>
                </a:moveTo>
                <a:lnTo>
                  <a:pt x="273025" y="3588875"/>
                </a:lnTo>
                <a:lnTo>
                  <a:pt x="3353850" y="3588875"/>
                </a:lnTo>
                <a:lnTo>
                  <a:pt x="3353850" y="339208"/>
                </a:lnTo>
                <a:lnTo>
                  <a:pt x="273025" y="339208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>
            <a:noFill/>
          </a:ln>
          <a:effectLst>
            <a:outerShdw blurRad="1524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图片 16" descr="C:\Projects\Vomo\Portofolio\slide3.pngslide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30521" r="30521"/>
          <a:stretch>
            <a:fillRect/>
          </a:stretch>
        </p:blipFill>
        <p:spPr>
          <a:xfrm rot="157750">
            <a:off x="7545194" y="1431901"/>
            <a:ext cx="3474720" cy="4417255"/>
          </a:xfrm>
          <a:custGeom>
            <a:avLst/>
            <a:gdLst>
              <a:gd name="connsiteX0" fmla="*/ 0 w 3474720"/>
              <a:gd name="connsiteY0" fmla="*/ 0 h 4417255"/>
              <a:gd name="connsiteX1" fmla="*/ 3474720 w 3474720"/>
              <a:gd name="connsiteY1" fmla="*/ 0 h 4417255"/>
              <a:gd name="connsiteX2" fmla="*/ 3474720 w 3474720"/>
              <a:gd name="connsiteY2" fmla="*/ 4417255 h 4417255"/>
              <a:gd name="connsiteX3" fmla="*/ 0 w 3474720"/>
              <a:gd name="connsiteY3" fmla="*/ 4417255 h 4417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4720" h="4417255">
                <a:moveTo>
                  <a:pt x="0" y="0"/>
                </a:moveTo>
                <a:lnTo>
                  <a:pt x="3474720" y="0"/>
                </a:lnTo>
                <a:lnTo>
                  <a:pt x="3474720" y="4417255"/>
                </a:lnTo>
                <a:lnTo>
                  <a:pt x="0" y="4417255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1103312" y="1165300"/>
            <a:ext cx="5325479" cy="1223570"/>
          </a:xfrm>
        </p:spPr>
        <p:txBody>
          <a:bodyPr wrap="square" lIns="0" tIns="0" rIns="0" bIns="0" anchor="b" anchorCtr="0">
            <a:normAutofit/>
          </a:bodyPr>
          <a:lstStyle/>
          <a:p>
            <a:pPr algn="l"/>
            <a:r>
              <a:rPr lang="en-US" spc="0" dirty="0">
                <a:latin typeface="+mj-lt"/>
              </a:rPr>
              <a:t>Key Features</a:t>
            </a:r>
            <a:endParaRPr lang="en-US" spc="0" dirty="0">
              <a:latin typeface="+mj-lt"/>
            </a:endParaRPr>
          </a:p>
        </p:txBody>
      </p:sp>
      <p:sp>
        <p:nvSpPr>
          <p:cNvPr id="7" name="任意多边形: 形状 6"/>
          <p:cNvSpPr/>
          <p:nvPr>
            <p:custDataLst>
              <p:tags r:id="rId5"/>
            </p:custDataLst>
          </p:nvPr>
        </p:nvSpPr>
        <p:spPr>
          <a:xfrm rot="157750">
            <a:off x="7469117" y="1359003"/>
            <a:ext cx="3626875" cy="4563048"/>
          </a:xfrm>
          <a:custGeom>
            <a:avLst/>
            <a:gdLst>
              <a:gd name="connsiteX0" fmla="*/ 51465 w 3626875"/>
              <a:gd name="connsiteY0" fmla="*/ 0 h 4563048"/>
              <a:gd name="connsiteX1" fmla="*/ 3575410 w 3626875"/>
              <a:gd name="connsiteY1" fmla="*/ 0 h 4563048"/>
              <a:gd name="connsiteX2" fmla="*/ 3626875 w 3626875"/>
              <a:gd name="connsiteY2" fmla="*/ 51465 h 4563048"/>
              <a:gd name="connsiteX3" fmla="*/ 3626875 w 3626875"/>
              <a:gd name="connsiteY3" fmla="*/ 4511583 h 4563048"/>
              <a:gd name="connsiteX4" fmla="*/ 3575410 w 3626875"/>
              <a:gd name="connsiteY4" fmla="*/ 4563048 h 4563048"/>
              <a:gd name="connsiteX5" fmla="*/ 51465 w 3626875"/>
              <a:gd name="connsiteY5" fmla="*/ 4563048 h 4563048"/>
              <a:gd name="connsiteX6" fmla="*/ 0 w 3626875"/>
              <a:gd name="connsiteY6" fmla="*/ 4511583 h 4563048"/>
              <a:gd name="connsiteX7" fmla="*/ 0 w 3626875"/>
              <a:gd name="connsiteY7" fmla="*/ 51465 h 4563048"/>
              <a:gd name="connsiteX8" fmla="*/ 51465 w 3626875"/>
              <a:gd name="connsiteY8" fmla="*/ 0 h 4563048"/>
              <a:gd name="connsiteX9" fmla="*/ 273025 w 3626875"/>
              <a:gd name="connsiteY9" fmla="*/ 339208 h 4563048"/>
              <a:gd name="connsiteX10" fmla="*/ 273025 w 3626875"/>
              <a:gd name="connsiteY10" fmla="*/ 3588875 h 4563048"/>
              <a:gd name="connsiteX11" fmla="*/ 3353850 w 3626875"/>
              <a:gd name="connsiteY11" fmla="*/ 3588875 h 4563048"/>
              <a:gd name="connsiteX12" fmla="*/ 3353850 w 3626875"/>
              <a:gd name="connsiteY12" fmla="*/ 339208 h 4563048"/>
              <a:gd name="connsiteX13" fmla="*/ 273025 w 3626875"/>
              <a:gd name="connsiteY13" fmla="*/ 339208 h 4563048"/>
              <a:gd name="connsiteX0-1" fmla="*/ 51465 w 3626875"/>
              <a:gd name="connsiteY0-2" fmla="*/ 0 h 4563048"/>
              <a:gd name="connsiteX1-3" fmla="*/ 3575410 w 3626875"/>
              <a:gd name="connsiteY1-4" fmla="*/ 0 h 4563048"/>
              <a:gd name="connsiteX2-5" fmla="*/ 3626875 w 3626875"/>
              <a:gd name="connsiteY2-6" fmla="*/ 51465 h 4563048"/>
              <a:gd name="connsiteX3-7" fmla="*/ 3626875 w 3626875"/>
              <a:gd name="connsiteY3-8" fmla="*/ 4511583 h 4563048"/>
              <a:gd name="connsiteX4-9" fmla="*/ 3575410 w 3626875"/>
              <a:gd name="connsiteY4-10" fmla="*/ 4563048 h 4563048"/>
              <a:gd name="connsiteX5-11" fmla="*/ 51465 w 3626875"/>
              <a:gd name="connsiteY5-12" fmla="*/ 4563048 h 4563048"/>
              <a:gd name="connsiteX6-13" fmla="*/ 0 w 3626875"/>
              <a:gd name="connsiteY6-14" fmla="*/ 4511583 h 4563048"/>
              <a:gd name="connsiteX7-15" fmla="*/ 0 w 3626875"/>
              <a:gd name="connsiteY7-16" fmla="*/ 51465 h 4563048"/>
              <a:gd name="connsiteX8-17" fmla="*/ 51465 w 3626875"/>
              <a:gd name="connsiteY8-18" fmla="*/ 0 h 4563048"/>
              <a:gd name="connsiteX9-19" fmla="*/ 273025 w 3626875"/>
              <a:gd name="connsiteY9-20" fmla="*/ 339208 h 4563048"/>
              <a:gd name="connsiteX10-21" fmla="*/ 273240 w 3626875"/>
              <a:gd name="connsiteY10-22" fmla="*/ 4053589 h 4563048"/>
              <a:gd name="connsiteX11-23" fmla="*/ 3353850 w 3626875"/>
              <a:gd name="connsiteY11-24" fmla="*/ 3588875 h 4563048"/>
              <a:gd name="connsiteX12-25" fmla="*/ 3353850 w 3626875"/>
              <a:gd name="connsiteY12-26" fmla="*/ 339208 h 4563048"/>
              <a:gd name="connsiteX13-27" fmla="*/ 273025 w 3626875"/>
              <a:gd name="connsiteY13-28" fmla="*/ 339208 h 4563048"/>
              <a:gd name="connsiteX0-29" fmla="*/ 51465 w 3626875"/>
              <a:gd name="connsiteY0-30" fmla="*/ 0 h 4563048"/>
              <a:gd name="connsiteX1-31" fmla="*/ 3575410 w 3626875"/>
              <a:gd name="connsiteY1-32" fmla="*/ 0 h 4563048"/>
              <a:gd name="connsiteX2-33" fmla="*/ 3626875 w 3626875"/>
              <a:gd name="connsiteY2-34" fmla="*/ 51465 h 4563048"/>
              <a:gd name="connsiteX3-35" fmla="*/ 3626875 w 3626875"/>
              <a:gd name="connsiteY3-36" fmla="*/ 4511583 h 4563048"/>
              <a:gd name="connsiteX4-37" fmla="*/ 3575410 w 3626875"/>
              <a:gd name="connsiteY4-38" fmla="*/ 4563048 h 4563048"/>
              <a:gd name="connsiteX5-39" fmla="*/ 51465 w 3626875"/>
              <a:gd name="connsiteY5-40" fmla="*/ 4563048 h 4563048"/>
              <a:gd name="connsiteX6-41" fmla="*/ 0 w 3626875"/>
              <a:gd name="connsiteY6-42" fmla="*/ 4511583 h 4563048"/>
              <a:gd name="connsiteX7-43" fmla="*/ 0 w 3626875"/>
              <a:gd name="connsiteY7-44" fmla="*/ 51465 h 4563048"/>
              <a:gd name="connsiteX8-45" fmla="*/ 51465 w 3626875"/>
              <a:gd name="connsiteY8-46" fmla="*/ 0 h 4563048"/>
              <a:gd name="connsiteX9-47" fmla="*/ 273025 w 3626875"/>
              <a:gd name="connsiteY9-48" fmla="*/ 339208 h 4563048"/>
              <a:gd name="connsiteX10-49" fmla="*/ 274782 w 3626875"/>
              <a:gd name="connsiteY10-50" fmla="*/ 3933816 h 4563048"/>
              <a:gd name="connsiteX11-51" fmla="*/ 3353850 w 3626875"/>
              <a:gd name="connsiteY11-52" fmla="*/ 3588875 h 4563048"/>
              <a:gd name="connsiteX12-53" fmla="*/ 3353850 w 3626875"/>
              <a:gd name="connsiteY12-54" fmla="*/ 339208 h 4563048"/>
              <a:gd name="connsiteX13-55" fmla="*/ 273025 w 3626875"/>
              <a:gd name="connsiteY13-56" fmla="*/ 339208 h 4563048"/>
              <a:gd name="connsiteX0-57" fmla="*/ 51465 w 3626875"/>
              <a:gd name="connsiteY0-58" fmla="*/ 0 h 4563048"/>
              <a:gd name="connsiteX1-59" fmla="*/ 3575410 w 3626875"/>
              <a:gd name="connsiteY1-60" fmla="*/ 0 h 4563048"/>
              <a:gd name="connsiteX2-61" fmla="*/ 3626875 w 3626875"/>
              <a:gd name="connsiteY2-62" fmla="*/ 51465 h 4563048"/>
              <a:gd name="connsiteX3-63" fmla="*/ 3626875 w 3626875"/>
              <a:gd name="connsiteY3-64" fmla="*/ 4511583 h 4563048"/>
              <a:gd name="connsiteX4-65" fmla="*/ 3575410 w 3626875"/>
              <a:gd name="connsiteY4-66" fmla="*/ 4563048 h 4563048"/>
              <a:gd name="connsiteX5-67" fmla="*/ 51465 w 3626875"/>
              <a:gd name="connsiteY5-68" fmla="*/ 4563048 h 4563048"/>
              <a:gd name="connsiteX6-69" fmla="*/ 0 w 3626875"/>
              <a:gd name="connsiteY6-70" fmla="*/ 4511583 h 4563048"/>
              <a:gd name="connsiteX7-71" fmla="*/ 0 w 3626875"/>
              <a:gd name="connsiteY7-72" fmla="*/ 51465 h 4563048"/>
              <a:gd name="connsiteX8-73" fmla="*/ 51465 w 3626875"/>
              <a:gd name="connsiteY8-74" fmla="*/ 0 h 4563048"/>
              <a:gd name="connsiteX9-75" fmla="*/ 273025 w 3626875"/>
              <a:gd name="connsiteY9-76" fmla="*/ 339208 h 4563048"/>
              <a:gd name="connsiteX10-77" fmla="*/ 274782 w 3626875"/>
              <a:gd name="connsiteY10-78" fmla="*/ 3933816 h 4563048"/>
              <a:gd name="connsiteX11-79" fmla="*/ 3356577 w 3626875"/>
              <a:gd name="connsiteY11-80" fmla="*/ 3954896 h 4563048"/>
              <a:gd name="connsiteX12-81" fmla="*/ 3353850 w 3626875"/>
              <a:gd name="connsiteY12-82" fmla="*/ 339208 h 4563048"/>
              <a:gd name="connsiteX13-83" fmla="*/ 273025 w 3626875"/>
              <a:gd name="connsiteY13-84" fmla="*/ 339208 h 4563048"/>
              <a:gd name="connsiteX0-85" fmla="*/ 51465 w 3626875"/>
              <a:gd name="connsiteY0-86" fmla="*/ 0 h 4563048"/>
              <a:gd name="connsiteX1-87" fmla="*/ 3575410 w 3626875"/>
              <a:gd name="connsiteY1-88" fmla="*/ 0 h 4563048"/>
              <a:gd name="connsiteX2-89" fmla="*/ 3626875 w 3626875"/>
              <a:gd name="connsiteY2-90" fmla="*/ 51465 h 4563048"/>
              <a:gd name="connsiteX3-91" fmla="*/ 3626875 w 3626875"/>
              <a:gd name="connsiteY3-92" fmla="*/ 4511583 h 4563048"/>
              <a:gd name="connsiteX4-93" fmla="*/ 3575410 w 3626875"/>
              <a:gd name="connsiteY4-94" fmla="*/ 4563048 h 4563048"/>
              <a:gd name="connsiteX5-95" fmla="*/ 51465 w 3626875"/>
              <a:gd name="connsiteY5-96" fmla="*/ 4563048 h 4563048"/>
              <a:gd name="connsiteX6-97" fmla="*/ 0 w 3626875"/>
              <a:gd name="connsiteY6-98" fmla="*/ 4511583 h 4563048"/>
              <a:gd name="connsiteX7-99" fmla="*/ 0 w 3626875"/>
              <a:gd name="connsiteY7-100" fmla="*/ 51465 h 4563048"/>
              <a:gd name="connsiteX8-101" fmla="*/ 51465 w 3626875"/>
              <a:gd name="connsiteY8-102" fmla="*/ 0 h 4563048"/>
              <a:gd name="connsiteX9-103" fmla="*/ 275535 w 3626875"/>
              <a:gd name="connsiteY9-104" fmla="*/ 240515 h 4563048"/>
              <a:gd name="connsiteX10-105" fmla="*/ 274782 w 3626875"/>
              <a:gd name="connsiteY10-106" fmla="*/ 3933816 h 4563048"/>
              <a:gd name="connsiteX11-107" fmla="*/ 3356577 w 3626875"/>
              <a:gd name="connsiteY11-108" fmla="*/ 3954896 h 4563048"/>
              <a:gd name="connsiteX12-109" fmla="*/ 3353850 w 3626875"/>
              <a:gd name="connsiteY12-110" fmla="*/ 339208 h 4563048"/>
              <a:gd name="connsiteX13-111" fmla="*/ 275535 w 3626875"/>
              <a:gd name="connsiteY13-112" fmla="*/ 240515 h 4563048"/>
              <a:gd name="connsiteX0-113" fmla="*/ 51465 w 3626875"/>
              <a:gd name="connsiteY0-114" fmla="*/ 0 h 4563048"/>
              <a:gd name="connsiteX1-115" fmla="*/ 3575410 w 3626875"/>
              <a:gd name="connsiteY1-116" fmla="*/ 0 h 4563048"/>
              <a:gd name="connsiteX2-117" fmla="*/ 3626875 w 3626875"/>
              <a:gd name="connsiteY2-118" fmla="*/ 51465 h 4563048"/>
              <a:gd name="connsiteX3-119" fmla="*/ 3626875 w 3626875"/>
              <a:gd name="connsiteY3-120" fmla="*/ 4511583 h 4563048"/>
              <a:gd name="connsiteX4-121" fmla="*/ 3575410 w 3626875"/>
              <a:gd name="connsiteY4-122" fmla="*/ 4563048 h 4563048"/>
              <a:gd name="connsiteX5-123" fmla="*/ 51465 w 3626875"/>
              <a:gd name="connsiteY5-124" fmla="*/ 4563048 h 4563048"/>
              <a:gd name="connsiteX6-125" fmla="*/ 0 w 3626875"/>
              <a:gd name="connsiteY6-126" fmla="*/ 4511583 h 4563048"/>
              <a:gd name="connsiteX7-127" fmla="*/ 0 w 3626875"/>
              <a:gd name="connsiteY7-128" fmla="*/ 51465 h 4563048"/>
              <a:gd name="connsiteX8-129" fmla="*/ 51465 w 3626875"/>
              <a:gd name="connsiteY8-130" fmla="*/ 0 h 4563048"/>
              <a:gd name="connsiteX9-131" fmla="*/ 275535 w 3626875"/>
              <a:gd name="connsiteY9-132" fmla="*/ 240515 h 4563048"/>
              <a:gd name="connsiteX10-133" fmla="*/ 274782 w 3626875"/>
              <a:gd name="connsiteY10-134" fmla="*/ 3933816 h 4563048"/>
              <a:gd name="connsiteX11-135" fmla="*/ 3356577 w 3626875"/>
              <a:gd name="connsiteY11-136" fmla="*/ 3954896 h 4563048"/>
              <a:gd name="connsiteX12-137" fmla="*/ 3349333 w 3626875"/>
              <a:gd name="connsiteY12-138" fmla="*/ 240838 h 4563048"/>
              <a:gd name="connsiteX13-139" fmla="*/ 275535 w 3626875"/>
              <a:gd name="connsiteY13-140" fmla="*/ 240515 h 4563048"/>
              <a:gd name="connsiteX0-141" fmla="*/ 51465 w 3626875"/>
              <a:gd name="connsiteY0-142" fmla="*/ 0 h 4563048"/>
              <a:gd name="connsiteX1-143" fmla="*/ 3575410 w 3626875"/>
              <a:gd name="connsiteY1-144" fmla="*/ 0 h 4563048"/>
              <a:gd name="connsiteX2-145" fmla="*/ 3626875 w 3626875"/>
              <a:gd name="connsiteY2-146" fmla="*/ 51465 h 4563048"/>
              <a:gd name="connsiteX3-147" fmla="*/ 3626875 w 3626875"/>
              <a:gd name="connsiteY3-148" fmla="*/ 4511583 h 4563048"/>
              <a:gd name="connsiteX4-149" fmla="*/ 3575410 w 3626875"/>
              <a:gd name="connsiteY4-150" fmla="*/ 4563048 h 4563048"/>
              <a:gd name="connsiteX5-151" fmla="*/ 51465 w 3626875"/>
              <a:gd name="connsiteY5-152" fmla="*/ 4563048 h 4563048"/>
              <a:gd name="connsiteX6-153" fmla="*/ 0 w 3626875"/>
              <a:gd name="connsiteY6-154" fmla="*/ 4511583 h 4563048"/>
              <a:gd name="connsiteX7-155" fmla="*/ 0 w 3626875"/>
              <a:gd name="connsiteY7-156" fmla="*/ 51465 h 4563048"/>
              <a:gd name="connsiteX8-157" fmla="*/ 51465 w 3626875"/>
              <a:gd name="connsiteY8-158" fmla="*/ 0 h 4563048"/>
              <a:gd name="connsiteX9-159" fmla="*/ 275535 w 3626875"/>
              <a:gd name="connsiteY9-160" fmla="*/ 240515 h 4563048"/>
              <a:gd name="connsiteX10-161" fmla="*/ 274782 w 3626875"/>
              <a:gd name="connsiteY10-162" fmla="*/ 3933816 h 4563048"/>
              <a:gd name="connsiteX11-163" fmla="*/ 3356577 w 3626875"/>
              <a:gd name="connsiteY11-164" fmla="*/ 3954896 h 4563048"/>
              <a:gd name="connsiteX12-165" fmla="*/ 3351269 w 3626875"/>
              <a:gd name="connsiteY12-166" fmla="*/ 282996 h 4563048"/>
              <a:gd name="connsiteX13-167" fmla="*/ 275535 w 3626875"/>
              <a:gd name="connsiteY13-168" fmla="*/ 240515 h 4563048"/>
              <a:gd name="connsiteX0-169" fmla="*/ 51465 w 3626875"/>
              <a:gd name="connsiteY0-170" fmla="*/ 0 h 4563048"/>
              <a:gd name="connsiteX1-171" fmla="*/ 3575410 w 3626875"/>
              <a:gd name="connsiteY1-172" fmla="*/ 0 h 4563048"/>
              <a:gd name="connsiteX2-173" fmla="*/ 3626875 w 3626875"/>
              <a:gd name="connsiteY2-174" fmla="*/ 51465 h 4563048"/>
              <a:gd name="connsiteX3-175" fmla="*/ 3626875 w 3626875"/>
              <a:gd name="connsiteY3-176" fmla="*/ 4511583 h 4563048"/>
              <a:gd name="connsiteX4-177" fmla="*/ 3575410 w 3626875"/>
              <a:gd name="connsiteY4-178" fmla="*/ 4563048 h 4563048"/>
              <a:gd name="connsiteX5-179" fmla="*/ 51465 w 3626875"/>
              <a:gd name="connsiteY5-180" fmla="*/ 4563048 h 4563048"/>
              <a:gd name="connsiteX6-181" fmla="*/ 0 w 3626875"/>
              <a:gd name="connsiteY6-182" fmla="*/ 4511583 h 4563048"/>
              <a:gd name="connsiteX7-183" fmla="*/ 0 w 3626875"/>
              <a:gd name="connsiteY7-184" fmla="*/ 51465 h 4563048"/>
              <a:gd name="connsiteX8-185" fmla="*/ 51465 w 3626875"/>
              <a:gd name="connsiteY8-186" fmla="*/ 0 h 4563048"/>
              <a:gd name="connsiteX9-187" fmla="*/ 275535 w 3626875"/>
              <a:gd name="connsiteY9-188" fmla="*/ 240515 h 4563048"/>
              <a:gd name="connsiteX10-189" fmla="*/ 279550 w 3626875"/>
              <a:gd name="connsiteY10-190" fmla="*/ 3884310 h 4563048"/>
              <a:gd name="connsiteX11-191" fmla="*/ 3356577 w 3626875"/>
              <a:gd name="connsiteY11-192" fmla="*/ 3954896 h 4563048"/>
              <a:gd name="connsiteX12-193" fmla="*/ 3351269 w 3626875"/>
              <a:gd name="connsiteY12-194" fmla="*/ 282996 h 4563048"/>
              <a:gd name="connsiteX13-195" fmla="*/ 275535 w 3626875"/>
              <a:gd name="connsiteY13-196" fmla="*/ 240515 h 4563048"/>
              <a:gd name="connsiteX0-197" fmla="*/ 51465 w 3626875"/>
              <a:gd name="connsiteY0-198" fmla="*/ 0 h 4563048"/>
              <a:gd name="connsiteX1-199" fmla="*/ 3575410 w 3626875"/>
              <a:gd name="connsiteY1-200" fmla="*/ 0 h 4563048"/>
              <a:gd name="connsiteX2-201" fmla="*/ 3626875 w 3626875"/>
              <a:gd name="connsiteY2-202" fmla="*/ 51465 h 4563048"/>
              <a:gd name="connsiteX3-203" fmla="*/ 3626875 w 3626875"/>
              <a:gd name="connsiteY3-204" fmla="*/ 4511583 h 4563048"/>
              <a:gd name="connsiteX4-205" fmla="*/ 3575410 w 3626875"/>
              <a:gd name="connsiteY4-206" fmla="*/ 4563048 h 4563048"/>
              <a:gd name="connsiteX5-207" fmla="*/ 51465 w 3626875"/>
              <a:gd name="connsiteY5-208" fmla="*/ 4563048 h 4563048"/>
              <a:gd name="connsiteX6-209" fmla="*/ 0 w 3626875"/>
              <a:gd name="connsiteY6-210" fmla="*/ 4511583 h 4563048"/>
              <a:gd name="connsiteX7-211" fmla="*/ 0 w 3626875"/>
              <a:gd name="connsiteY7-212" fmla="*/ 51465 h 4563048"/>
              <a:gd name="connsiteX8-213" fmla="*/ 51465 w 3626875"/>
              <a:gd name="connsiteY8-214" fmla="*/ 0 h 4563048"/>
              <a:gd name="connsiteX9-215" fmla="*/ 275535 w 3626875"/>
              <a:gd name="connsiteY9-216" fmla="*/ 240515 h 4563048"/>
              <a:gd name="connsiteX10-217" fmla="*/ 279550 w 3626875"/>
              <a:gd name="connsiteY10-218" fmla="*/ 3884310 h 4563048"/>
              <a:gd name="connsiteX11-219" fmla="*/ 3353996 w 3626875"/>
              <a:gd name="connsiteY11-220" fmla="*/ 3898684 h 4563048"/>
              <a:gd name="connsiteX12-221" fmla="*/ 3351269 w 3626875"/>
              <a:gd name="connsiteY12-222" fmla="*/ 282996 h 4563048"/>
              <a:gd name="connsiteX13-223" fmla="*/ 275535 w 3626875"/>
              <a:gd name="connsiteY13-224" fmla="*/ 240515 h 456304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</a:cxnLst>
            <a:rect l="l" t="t" r="r" b="b"/>
            <a:pathLst>
              <a:path w="3626875" h="4563048">
                <a:moveTo>
                  <a:pt x="51465" y="0"/>
                </a:moveTo>
                <a:lnTo>
                  <a:pt x="3575410" y="0"/>
                </a:lnTo>
                <a:cubicBezTo>
                  <a:pt x="3603833" y="0"/>
                  <a:pt x="3626875" y="23042"/>
                  <a:pt x="3626875" y="51465"/>
                </a:cubicBezTo>
                <a:lnTo>
                  <a:pt x="3626875" y="4511583"/>
                </a:lnTo>
                <a:cubicBezTo>
                  <a:pt x="3626875" y="4540006"/>
                  <a:pt x="3603833" y="4563048"/>
                  <a:pt x="3575410" y="4563048"/>
                </a:cubicBezTo>
                <a:lnTo>
                  <a:pt x="51465" y="4563048"/>
                </a:lnTo>
                <a:cubicBezTo>
                  <a:pt x="23042" y="4563048"/>
                  <a:pt x="0" y="4540006"/>
                  <a:pt x="0" y="4511583"/>
                </a:cubicBezTo>
                <a:lnTo>
                  <a:pt x="0" y="51465"/>
                </a:lnTo>
                <a:cubicBezTo>
                  <a:pt x="0" y="23042"/>
                  <a:pt x="23042" y="0"/>
                  <a:pt x="51465" y="0"/>
                </a:cubicBezTo>
                <a:close/>
                <a:moveTo>
                  <a:pt x="275535" y="240515"/>
                </a:moveTo>
                <a:cubicBezTo>
                  <a:pt x="275607" y="1478642"/>
                  <a:pt x="279478" y="2646183"/>
                  <a:pt x="279550" y="3884310"/>
                </a:cubicBezTo>
                <a:lnTo>
                  <a:pt x="3353996" y="3898684"/>
                </a:lnTo>
                <a:cubicBezTo>
                  <a:pt x="3351581" y="2660665"/>
                  <a:pt x="3353684" y="1521015"/>
                  <a:pt x="3351269" y="282996"/>
                </a:cubicBezTo>
                <a:lnTo>
                  <a:pt x="275535" y="240515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>
            <a:noFill/>
          </a:ln>
          <a:effectLst>
            <a:outerShdw blurRad="1524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 2"/>
          <p:cNvSpPr/>
          <p:nvPr>
            <p:custDataLst>
              <p:tags r:id="rId6"/>
            </p:custDataLst>
          </p:nvPr>
        </p:nvSpPr>
        <p:spPr>
          <a:xfrm>
            <a:off x="1128874" y="3332043"/>
            <a:ext cx="5181915" cy="4888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Advance Production Management System.</a:t>
            </a:r>
            <a:endParaRPr lang="en-US" sz="14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2" name="矩形 1"/>
          <p:cNvSpPr/>
          <p:nvPr>
            <p:custDataLst>
              <p:tags r:id="rId7"/>
            </p:custDataLst>
          </p:nvPr>
        </p:nvSpPr>
        <p:spPr>
          <a:xfrm>
            <a:off x="1128874" y="2788920"/>
            <a:ext cx="5178642" cy="48881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2000" b="1">
                <a:solidFill>
                  <a:schemeClr val="accent1"/>
                </a:solidFill>
                <a:latin typeface="+mj-lt"/>
              </a:rPr>
              <a:t>Production Management</a:t>
            </a:r>
            <a:endParaRPr lang="en-US" sz="20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矩形 3"/>
          <p:cNvSpPr/>
          <p:nvPr>
            <p:custDataLst>
              <p:tags r:id="rId8"/>
            </p:custDataLst>
          </p:nvPr>
        </p:nvSpPr>
        <p:spPr>
          <a:xfrm>
            <a:off x="1128874" y="4392768"/>
            <a:ext cx="5181915" cy="4888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Provide Smart &amp; Powerfull Inventory Management.</a:t>
            </a:r>
            <a:endParaRPr lang="en-US" sz="14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5" name="矩形 4"/>
          <p:cNvSpPr/>
          <p:nvPr>
            <p:custDataLst>
              <p:tags r:id="rId9"/>
            </p:custDataLst>
          </p:nvPr>
        </p:nvSpPr>
        <p:spPr>
          <a:xfrm>
            <a:off x="1128874" y="3849645"/>
            <a:ext cx="5178642" cy="48881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2000" b="1">
                <a:solidFill>
                  <a:schemeClr val="accent1"/>
                </a:solidFill>
                <a:latin typeface="+mj-lt"/>
              </a:rPr>
              <a:t>Inventory Management</a:t>
            </a:r>
            <a:endParaRPr lang="en-US" sz="20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3" name="矩形 12"/>
          <p:cNvSpPr/>
          <p:nvPr>
            <p:custDataLst>
              <p:tags r:id="rId10"/>
            </p:custDataLst>
          </p:nvPr>
        </p:nvSpPr>
        <p:spPr>
          <a:xfrm>
            <a:off x="1128874" y="5454148"/>
            <a:ext cx="5181915" cy="48881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90000"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Advanced analytics to monitor and mitigate investment risks.</a:t>
            </a:r>
            <a:endParaRPr lang="en-US" sz="14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4" name="矩形 13"/>
          <p:cNvSpPr/>
          <p:nvPr>
            <p:custDataLst>
              <p:tags r:id="rId11"/>
            </p:custDataLst>
          </p:nvPr>
        </p:nvSpPr>
        <p:spPr>
          <a:xfrm>
            <a:off x="1128874" y="4910371"/>
            <a:ext cx="5178642" cy="48881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2000" b="1">
                <a:solidFill>
                  <a:schemeClr val="accent1"/>
                </a:solidFill>
                <a:latin typeface="+mj-lt"/>
              </a:rPr>
              <a:t>Risk Management Tools</a:t>
            </a:r>
            <a:endParaRPr lang="en-US" sz="2000" b="1">
              <a:solidFill>
                <a:schemeClr val="accent1"/>
              </a:solidFill>
              <a:latin typeface="+mj-lt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913" y="159487"/>
            <a:ext cx="10799761" cy="1080000"/>
          </a:xfrm>
          <a:noFill/>
        </p:spPr>
        <p:txBody>
          <a:bodyPr wrap="square" lIns="0" tIns="0" rIns="0" bIns="0">
            <a:normAutofit/>
          </a:bodyPr>
          <a:lstStyle/>
          <a:p>
            <a:r>
              <a:rPr lang="en-US" sz="3600" spc="0" dirty="0">
                <a:solidFill>
                  <a:schemeClr val="tx1"/>
                </a:solidFill>
                <a:latin typeface="+mj-lt"/>
              </a:rPr>
              <a:t>Benefits of the System</a:t>
            </a:r>
            <a:endParaRPr lang="en-US" sz="3600" spc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9" name="图片 28" descr="房间的摆设布局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34" t="39741" r="15357" b="7767"/>
          <a:stretch>
            <a:fillRect/>
          </a:stretch>
        </p:blipFill>
        <p:spPr>
          <a:xfrm>
            <a:off x="4191108" y="1767600"/>
            <a:ext cx="3809672" cy="2481508"/>
          </a:xfrm>
          <a:custGeom>
            <a:avLst/>
            <a:gdLst>
              <a:gd name="connsiteX0" fmla="*/ 0 w 3809719"/>
              <a:gd name="connsiteY0" fmla="*/ 0 h 2481538"/>
              <a:gd name="connsiteX1" fmla="*/ 3809719 w 3809719"/>
              <a:gd name="connsiteY1" fmla="*/ 0 h 2481538"/>
              <a:gd name="connsiteX2" fmla="*/ 3809719 w 3809719"/>
              <a:gd name="connsiteY2" fmla="*/ 2481538 h 2481538"/>
              <a:gd name="connsiteX3" fmla="*/ 0 w 3809719"/>
              <a:gd name="connsiteY3" fmla="*/ 2481538 h 2481538"/>
              <a:gd name="connsiteX4" fmla="*/ 0 w 3809719"/>
              <a:gd name="connsiteY4" fmla="*/ 0 h 248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9719" h="2481538">
                <a:moveTo>
                  <a:pt x="0" y="0"/>
                </a:moveTo>
                <a:lnTo>
                  <a:pt x="3809719" y="0"/>
                </a:lnTo>
                <a:lnTo>
                  <a:pt x="3809719" y="2481538"/>
                </a:lnTo>
                <a:lnTo>
                  <a:pt x="0" y="248153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7" name="图片 26" descr="房间里的沙发&#10;&#10;低可信度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7" t="38666" r="2730" b="4992"/>
          <a:stretch>
            <a:fillRect/>
          </a:stretch>
        </p:blipFill>
        <p:spPr>
          <a:xfrm>
            <a:off x="159" y="1768870"/>
            <a:ext cx="4018866" cy="2481508"/>
          </a:xfrm>
          <a:custGeom>
            <a:avLst/>
            <a:gdLst>
              <a:gd name="connsiteX0" fmla="*/ 0 w 4018915"/>
              <a:gd name="connsiteY0" fmla="*/ 0 h 2481538"/>
              <a:gd name="connsiteX1" fmla="*/ 4018915 w 4018915"/>
              <a:gd name="connsiteY1" fmla="*/ 0 h 2481538"/>
              <a:gd name="connsiteX2" fmla="*/ 4018915 w 4018915"/>
              <a:gd name="connsiteY2" fmla="*/ 2481538 h 2481538"/>
              <a:gd name="connsiteX3" fmla="*/ 0 w 4018915"/>
              <a:gd name="connsiteY3" fmla="*/ 2481538 h 2481538"/>
              <a:gd name="connsiteX4" fmla="*/ 0 w 4018915"/>
              <a:gd name="connsiteY4" fmla="*/ 0 h 248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18915" h="2481538">
                <a:moveTo>
                  <a:pt x="0" y="0"/>
                </a:moveTo>
                <a:lnTo>
                  <a:pt x="4018915" y="0"/>
                </a:lnTo>
                <a:lnTo>
                  <a:pt x="4018915" y="2481538"/>
                </a:lnTo>
                <a:lnTo>
                  <a:pt x="0" y="248153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7" name="图片 16" descr="VCG41N136127408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50000" t="33416" r="1971" b="12663"/>
          <a:stretch>
            <a:fillRect/>
          </a:stretch>
        </p:blipFill>
        <p:spPr>
          <a:xfrm>
            <a:off x="8173144" y="1767600"/>
            <a:ext cx="3314838" cy="2480370"/>
          </a:xfrm>
          <a:custGeom>
            <a:avLst/>
            <a:gdLst>
              <a:gd name="connsiteX0" fmla="*/ 0 w 3289300"/>
              <a:gd name="connsiteY0" fmla="*/ 0 h 2461260"/>
              <a:gd name="connsiteX1" fmla="*/ 2058670 w 3289300"/>
              <a:gd name="connsiteY1" fmla="*/ 0 h 2461260"/>
              <a:gd name="connsiteX2" fmla="*/ 3289300 w 3289300"/>
              <a:gd name="connsiteY2" fmla="*/ 1230630 h 2461260"/>
              <a:gd name="connsiteX3" fmla="*/ 2058670 w 3289300"/>
              <a:gd name="connsiteY3" fmla="*/ 2461260 h 2461260"/>
              <a:gd name="connsiteX4" fmla="*/ 0 w 3289300"/>
              <a:gd name="connsiteY4" fmla="*/ 2461260 h 2461260"/>
              <a:gd name="connsiteX5" fmla="*/ 0 w 3289300"/>
              <a:gd name="connsiteY5" fmla="*/ 0 h 2461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9300" h="2461260">
                <a:moveTo>
                  <a:pt x="0" y="0"/>
                </a:moveTo>
                <a:lnTo>
                  <a:pt x="2058670" y="0"/>
                </a:lnTo>
                <a:cubicBezTo>
                  <a:pt x="2738328" y="0"/>
                  <a:pt x="3289300" y="550972"/>
                  <a:pt x="3289300" y="1230630"/>
                </a:cubicBezTo>
                <a:cubicBezTo>
                  <a:pt x="3289300" y="1910288"/>
                  <a:pt x="2738328" y="2461260"/>
                  <a:pt x="2058670" y="2461260"/>
                </a:cubicBezTo>
                <a:lnTo>
                  <a:pt x="0" y="246126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1422542" y="522513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fontScale="90000" lnSpcReduction="20000"/>
          </a:bodyPr>
          <a:lstStyle>
            <a:defPPr>
              <a:defRPr lang="en-US">
                <a:latin typeface="+mn-lt"/>
              </a:defRPr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Automates administrative tasks for efficient management.</a:t>
            </a:r>
            <a:endParaRPr 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9"/>
            </p:custDataLst>
          </p:nvPr>
        </p:nvSpPr>
        <p:spPr>
          <a:xfrm>
            <a:off x="1422542" y="477682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300" b="1" dirty="0">
                <a:solidFill>
                  <a:schemeClr val="accent5"/>
                </a:solidFill>
                <a:latin typeface="+mj-lt"/>
              </a:rPr>
              <a:t>Streamlined Operations</a:t>
            </a:r>
            <a:endParaRPr lang="en-US" sz="1300" b="1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33" name="文本框 32"/>
          <p:cNvSpPr txBox="1"/>
          <p:nvPr>
            <p:custDataLst>
              <p:tags r:id="rId10"/>
            </p:custDataLst>
          </p:nvPr>
        </p:nvSpPr>
        <p:spPr>
          <a:xfrm>
            <a:off x="4968973" y="522513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fontScale="90000" lnSpcReduction="20000"/>
          </a:bodyPr>
          <a:lstStyle>
            <a:defPPr>
              <a:defRPr lang="en-US">
                <a:latin typeface="+mn-lt"/>
              </a:defRPr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Provides real-time data insights for informed decisions.</a:t>
            </a:r>
            <a:endParaRPr 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11"/>
            </p:custDataLst>
          </p:nvPr>
        </p:nvSpPr>
        <p:spPr>
          <a:xfrm>
            <a:off x="4968973" y="477682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300" b="1" dirty="0">
                <a:solidFill>
                  <a:schemeClr val="accent5"/>
                </a:solidFill>
                <a:latin typeface="+mj-lt"/>
              </a:rPr>
              <a:t>Improved Visibility</a:t>
            </a:r>
            <a:endParaRPr lang="en-US" sz="1300" b="1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37" name="椭圆 36"/>
          <p:cNvSpPr/>
          <p:nvPr>
            <p:custDataLst>
              <p:tags r:id="rId12"/>
            </p:custDataLst>
          </p:nvPr>
        </p:nvSpPr>
        <p:spPr>
          <a:xfrm>
            <a:off x="5675085" y="3822435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5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  <a:latin typeface="+mn-lt"/>
              </a:rPr>
              <a:t>02</a:t>
            </a:r>
            <a:endParaRPr lang="en-US" sz="2400" b="1" dirty="0">
              <a:solidFill>
                <a:schemeClr val="accent5"/>
              </a:solidFill>
              <a:latin typeface="+mn-ea"/>
            </a:endParaRPr>
          </a:p>
        </p:txBody>
      </p:sp>
      <p:sp>
        <p:nvSpPr>
          <p:cNvPr id="41" name="椭圆 40"/>
          <p:cNvSpPr/>
          <p:nvPr>
            <p:custDataLst>
              <p:tags r:id="rId13"/>
            </p:custDataLst>
          </p:nvPr>
        </p:nvSpPr>
        <p:spPr>
          <a:xfrm>
            <a:off x="2128653" y="3824340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5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  <a:latin typeface="+mn-lt"/>
              </a:rPr>
              <a:t>01</a:t>
            </a:r>
            <a:endParaRPr lang="en-US" sz="2400" b="1" dirty="0">
              <a:solidFill>
                <a:schemeClr val="accent5"/>
              </a:solidFill>
              <a:latin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14"/>
            </p:custDataLst>
          </p:nvPr>
        </p:nvSpPr>
        <p:spPr>
          <a:xfrm>
            <a:off x="8515405" y="522513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fontScale="90000" lnSpcReduction="20000"/>
          </a:bodyPr>
          <a:lstStyle>
            <a:defPPr>
              <a:defRPr lang="en-US">
                <a:latin typeface="+mn-lt"/>
              </a:defRPr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Enables personalized experiences to meet client needs.</a:t>
            </a:r>
            <a:endParaRPr 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15"/>
            </p:custDataLst>
          </p:nvPr>
        </p:nvSpPr>
        <p:spPr>
          <a:xfrm>
            <a:off x="8515405" y="477682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fontScale="70000"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accent5"/>
                </a:solidFill>
                <a:latin typeface="+mj-lt"/>
              </a:rPr>
              <a:t>Enhanced Customer Service</a:t>
            </a:r>
            <a:endParaRPr lang="en-US" b="1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13" name="椭圆 12"/>
          <p:cNvSpPr/>
          <p:nvPr>
            <p:custDataLst>
              <p:tags r:id="rId16"/>
            </p:custDataLst>
          </p:nvPr>
        </p:nvSpPr>
        <p:spPr>
          <a:xfrm>
            <a:off x="9221516" y="3822435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5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  <a:latin typeface="+mn-lt"/>
              </a:rPr>
              <a:t>03</a:t>
            </a:r>
            <a:endParaRPr lang="en-US" sz="2400" b="1" dirty="0">
              <a:solidFill>
                <a:schemeClr val="accent5"/>
              </a:solidFill>
              <a:latin typeface="+mn-ea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02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 dirty="0"/>
              <a:t>System Architecture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@path_Rectangle 41759-886&amp;3462"/>
          <p:cNvSpPr/>
          <p:nvPr>
            <p:custDataLst>
              <p:tags r:id="rId1"/>
            </p:custDataLst>
          </p:nvPr>
        </p:nvSpPr>
        <p:spPr>
          <a:xfrm>
            <a:off x="180975" y="892175"/>
            <a:ext cx="11314430" cy="2546985"/>
          </a:xfrm>
          <a:prstGeom prst="roundRect">
            <a:avLst>
              <a:gd name="adj" fmla="val 8160"/>
            </a:avLst>
          </a:prstGeom>
          <a:solidFill>
            <a:schemeClr val="lt1"/>
          </a:solidFill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169" y="892174"/>
            <a:ext cx="4548505" cy="2536825"/>
          </a:xfrm>
        </p:spPr>
        <p:txBody>
          <a:bodyPr wrap="square" anchor="ctr"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en-US" spc="0" dirty="0">
                <a:solidFill>
                  <a:schemeClr val="dk1">
                    <a:lumMod val="100000"/>
                  </a:schemeClr>
                </a:solidFill>
                <a:latin typeface="+mj-lt"/>
              </a:rPr>
              <a:t>Hardware Components</a:t>
            </a:r>
            <a:endParaRPr lang="en-US" spc="0" dirty="0">
              <a:solidFill>
                <a:schemeClr val="dk1">
                  <a:lumMod val="100000"/>
                </a:schemeClr>
              </a:solidFill>
              <a:latin typeface="+mj-lt"/>
            </a:endParaRPr>
          </a:p>
        </p:txBody>
      </p:sp>
      <p:pic>
        <p:nvPicPr>
          <p:cNvPr id="5" name="图片 4" descr="2305701106f543e29f8586a62bc9cbc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3909" b="41070"/>
          <a:stretch>
            <a:fillRect/>
          </a:stretch>
        </p:blipFill>
        <p:spPr>
          <a:xfrm>
            <a:off x="0" y="892175"/>
            <a:ext cx="6948170" cy="25469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942" h="4011">
                <a:moveTo>
                  <a:pt x="0" y="0"/>
                </a:moveTo>
                <a:lnTo>
                  <a:pt x="10942" y="0"/>
                </a:lnTo>
                <a:lnTo>
                  <a:pt x="10942" y="4011"/>
                </a:lnTo>
                <a:lnTo>
                  <a:pt x="0" y="4011"/>
                </a:lnTo>
                <a:lnTo>
                  <a:pt x="0" y="0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3" name="椭圆 2"/>
          <p:cNvSpPr/>
          <p:nvPr>
            <p:custDataLst>
              <p:tags r:id="rId5"/>
            </p:custDataLst>
          </p:nvPr>
        </p:nvSpPr>
        <p:spPr>
          <a:xfrm>
            <a:off x="871855" y="4297680"/>
            <a:ext cx="601980" cy="60198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+mn-lt"/>
                <a:sym typeface="+mn-lt"/>
              </a:rPr>
              <a:t>01</a:t>
            </a:r>
            <a:endParaRPr lang="en-US" b="1" dirty="0">
              <a:latin typeface="+mn-ea"/>
              <a:sym typeface="+mn-ea"/>
            </a:endParaRPr>
          </a:p>
        </p:txBody>
      </p:sp>
      <p:sp>
        <p:nvSpPr>
          <p:cNvPr id="4" name="矩形 3"/>
          <p:cNvSpPr/>
          <p:nvPr>
            <p:custDataLst>
              <p:tags r:id="rId6"/>
            </p:custDataLst>
          </p:nvPr>
        </p:nvSpPr>
        <p:spPr>
          <a:xfrm>
            <a:off x="1604010" y="4869180"/>
            <a:ext cx="2382520" cy="1195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High-performance servers to handle data processing and storage.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7"/>
            </p:custDataLst>
          </p:nvPr>
        </p:nvSpPr>
        <p:spPr>
          <a:xfrm>
            <a:off x="1604645" y="4361180"/>
            <a:ext cx="2382520" cy="41275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>
                    <a:lumMod val="100000"/>
                  </a:schemeClr>
                </a:solidFill>
                <a:latin typeface="+mj-lt"/>
                <a:sym typeface="+mn-ea"/>
              </a:rPr>
              <a:t>Server Hardware</a:t>
            </a:r>
            <a:endParaRPr lang="en-US" dirty="0">
              <a:solidFill>
                <a:schemeClr val="tx1">
                  <a:lumMod val="100000"/>
                </a:schemeClr>
              </a:solidFill>
              <a:latin typeface="+mj-lt"/>
              <a:sym typeface="+mn-ea"/>
            </a:endParaRPr>
          </a:p>
        </p:txBody>
      </p:sp>
      <p:sp>
        <p:nvSpPr>
          <p:cNvPr id="7" name="椭圆 6"/>
          <p:cNvSpPr/>
          <p:nvPr>
            <p:custDataLst>
              <p:tags r:id="rId8"/>
            </p:custDataLst>
          </p:nvPr>
        </p:nvSpPr>
        <p:spPr>
          <a:xfrm>
            <a:off x="4537075" y="4297680"/>
            <a:ext cx="601980" cy="60198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b="1">
                <a:latin typeface="+mn-lt"/>
                <a:sym typeface="+mn-lt"/>
              </a:rPr>
              <a:t>02</a:t>
            </a:r>
            <a:endParaRPr lang="en-US" b="1" dirty="0">
              <a:latin typeface="+mn-ea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9"/>
            </p:custDataLst>
          </p:nvPr>
        </p:nvSpPr>
        <p:spPr>
          <a:xfrm>
            <a:off x="5269230" y="4869180"/>
            <a:ext cx="2382520" cy="1195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Robust network devices to ensure reliable data transmission.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0"/>
            </p:custDataLst>
          </p:nvPr>
        </p:nvSpPr>
        <p:spPr>
          <a:xfrm>
            <a:off x="5269865" y="4361180"/>
            <a:ext cx="2382520" cy="41275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 fontScale="9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tx1">
                    <a:lumMod val="100000"/>
                  </a:schemeClr>
                </a:solidFill>
                <a:latin typeface="+mj-lt"/>
                <a:sym typeface="+mn-ea"/>
              </a:rPr>
              <a:t>Network Infrastructure</a:t>
            </a:r>
            <a:endParaRPr lang="en-US" sz="2000" dirty="0">
              <a:solidFill>
                <a:schemeClr val="tx1">
                  <a:lumMod val="100000"/>
                </a:schemeClr>
              </a:solidFill>
              <a:latin typeface="+mj-lt"/>
              <a:sym typeface="+mn-ea"/>
            </a:endParaRPr>
          </a:p>
        </p:txBody>
      </p:sp>
      <p:sp>
        <p:nvSpPr>
          <p:cNvPr id="12" name="椭圆 11"/>
          <p:cNvSpPr/>
          <p:nvPr>
            <p:custDataLst>
              <p:tags r:id="rId11"/>
            </p:custDataLst>
          </p:nvPr>
        </p:nvSpPr>
        <p:spPr>
          <a:xfrm>
            <a:off x="8202295" y="4297680"/>
            <a:ext cx="601980" cy="60198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b="1">
                <a:latin typeface="+mn-lt"/>
                <a:sym typeface="+mn-lt"/>
              </a:rPr>
              <a:t>03</a:t>
            </a:r>
            <a:endParaRPr lang="en-US" b="1" dirty="0">
              <a:latin typeface="+mn-ea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12"/>
            </p:custDataLst>
          </p:nvPr>
        </p:nvSpPr>
        <p:spPr>
          <a:xfrm>
            <a:off x="8934450" y="4869180"/>
            <a:ext cx="2382521" cy="1195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Variety of client devices to access the system.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3"/>
            </p:custDataLst>
          </p:nvPr>
        </p:nvSpPr>
        <p:spPr>
          <a:xfrm>
            <a:off x="8935085" y="4361180"/>
            <a:ext cx="2382520" cy="412750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>
                    <a:lumMod val="100000"/>
                  </a:schemeClr>
                </a:solidFill>
                <a:latin typeface="+mj-lt"/>
                <a:sym typeface="+mn-ea"/>
              </a:rPr>
              <a:t>Client Devices</a:t>
            </a:r>
            <a:endParaRPr lang="en-US" dirty="0">
              <a:solidFill>
                <a:schemeClr val="tx1">
                  <a:lumMod val="100000"/>
                </a:schemeClr>
              </a:solidFill>
              <a:latin typeface="+mj-lt"/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>
                <a:latin typeface="+mj-lt"/>
              </a:rPr>
              <a:t>Software Components</a:t>
            </a:r>
            <a:endParaRPr lang="en-US" spc="0">
              <a:latin typeface="+mj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56"/>
          <a:stretch>
            <a:fillRect/>
          </a:stretch>
        </p:blipFill>
        <p:spPr>
          <a:xfrm>
            <a:off x="8123400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2" r="3422"/>
          <a:stretch>
            <a:fillRect/>
          </a:stretch>
        </p:blipFill>
        <p:spPr>
          <a:xfrm>
            <a:off x="693958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4" name="直接连接符 3"/>
          <p:cNvCxnSpPr/>
          <p:nvPr>
            <p:custDataLst>
              <p:tags r:id="rId6"/>
            </p:custDataLst>
          </p:nvPr>
        </p:nvCxnSpPr>
        <p:spPr>
          <a:xfrm flipV="1">
            <a:off x="713648" y="3490256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954373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Loosely coupled software modules for flexibility.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954373" y="3405780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Modular Design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 flipV="1">
            <a:off x="4428051" y="3490256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8" name="矩形 7"/>
          <p:cNvSpPr/>
          <p:nvPr>
            <p:custDataLst>
              <p:tags r:id="rId10"/>
            </p:custDataLst>
          </p:nvPr>
        </p:nvSpPr>
        <p:spPr>
          <a:xfrm>
            <a:off x="4668776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Supports expansion of features and user base.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1"/>
            </p:custDataLst>
          </p:nvPr>
        </p:nvSpPr>
        <p:spPr>
          <a:xfrm>
            <a:off x="4668776" y="3405780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Scalable Architecture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12"/>
            </p:custDataLst>
          </p:nvPr>
        </p:nvCxnSpPr>
        <p:spPr>
          <a:xfrm flipV="1">
            <a:off x="8124035" y="3475647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0" name="矩形 9"/>
          <p:cNvSpPr/>
          <p:nvPr>
            <p:custDataLst>
              <p:tags r:id="rId13"/>
            </p:custDataLst>
          </p:nvPr>
        </p:nvSpPr>
        <p:spPr>
          <a:xfrm>
            <a:off x="8364760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Robust data protection and access controls.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4"/>
            </p:custDataLst>
          </p:nvPr>
        </p:nvSpPr>
        <p:spPr>
          <a:xfrm>
            <a:off x="8364760" y="3391171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Secure Data Management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pic>
        <p:nvPicPr>
          <p:cNvPr id="22" name="图片 21" descr="蓝色的高楼&#10;&#10;描述已自动生成"/>
          <p:cNvPicPr>
            <a:picLocks noChangeAspect="1"/>
          </p:cNvPicPr>
          <p:nvPr>
            <p:custDataLst>
              <p:tags r:id="rId15"/>
            </p:custDataLst>
          </p:nvPr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33" b="28068"/>
          <a:stretch>
            <a:fillRect/>
          </a:stretch>
        </p:blipFill>
        <p:spPr>
          <a:xfrm>
            <a:off x="4408996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</p:spTree>
    <p:custDataLst>
      <p:tags r:id="rId1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Integration with Other Systems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Seamless Data Exchange</a:t>
            </a:r>
            <a:endParaRPr lang="zh-CN" altLang="en-US"/>
          </a:p>
          <a:p>
            <a:pPr lvl="1"/>
            <a:r>
              <a:rPr lang="zh-CN" altLang="en-US"/>
              <a:t>Integrates with external systems for seamless data exchange.</a:t>
            </a:r>
            <a:endParaRPr lang="zh-CN" altLang="en-US"/>
          </a:p>
          <a:p>
            <a:r>
              <a:rPr lang="zh-CN" altLang="en-US"/>
              <a:t>Scalable Connectivity</a:t>
            </a:r>
            <a:endParaRPr lang="zh-CN" altLang="en-US"/>
          </a:p>
          <a:p>
            <a:pPr lvl="1"/>
            <a:r>
              <a:rPr lang="zh-CN" altLang="en-US"/>
              <a:t>Supports various integration protocols for scalable connectivity.</a:t>
            </a:r>
            <a:endParaRPr lang="zh-CN" altLang="en-US"/>
          </a:p>
          <a:p>
            <a:r>
              <a:rPr lang="zh-CN" altLang="en-US"/>
              <a:t>Secure Integrations</a:t>
            </a:r>
            <a:endParaRPr lang="zh-CN" altLang="en-US"/>
          </a:p>
          <a:p>
            <a:pPr lvl="1"/>
            <a:r>
              <a:rPr lang="zh-CN" altLang="en-US"/>
              <a:t>Ensures secure data transfer between connected systems.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 dirty="0"/>
              <a:t>User Interface Design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913" y="159487"/>
            <a:ext cx="10799761" cy="1080000"/>
          </a:xfrm>
          <a:noFill/>
        </p:spPr>
        <p:txBody>
          <a:bodyPr wrap="square" lIns="0" tIns="0" rIns="0" bIns="0">
            <a:normAutofit/>
          </a:bodyPr>
          <a:lstStyle/>
          <a:p>
            <a:r>
              <a:rPr lang="en-US" sz="3600" spc="0" dirty="0">
                <a:solidFill>
                  <a:schemeClr val="tx1"/>
                </a:solidFill>
                <a:latin typeface="+mj-lt"/>
              </a:rPr>
              <a:t>Dashboard and Navigation</a:t>
            </a:r>
            <a:endParaRPr lang="en-US" sz="3600" spc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9" name="图片 28" descr="房间的摆设布局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34" t="39741" r="15357" b="7767"/>
          <a:stretch>
            <a:fillRect/>
          </a:stretch>
        </p:blipFill>
        <p:spPr>
          <a:xfrm>
            <a:off x="4191108" y="1767600"/>
            <a:ext cx="3809672" cy="2481508"/>
          </a:xfrm>
          <a:custGeom>
            <a:avLst/>
            <a:gdLst>
              <a:gd name="connsiteX0" fmla="*/ 0 w 3809719"/>
              <a:gd name="connsiteY0" fmla="*/ 0 h 2481538"/>
              <a:gd name="connsiteX1" fmla="*/ 3809719 w 3809719"/>
              <a:gd name="connsiteY1" fmla="*/ 0 h 2481538"/>
              <a:gd name="connsiteX2" fmla="*/ 3809719 w 3809719"/>
              <a:gd name="connsiteY2" fmla="*/ 2481538 h 2481538"/>
              <a:gd name="connsiteX3" fmla="*/ 0 w 3809719"/>
              <a:gd name="connsiteY3" fmla="*/ 2481538 h 2481538"/>
              <a:gd name="connsiteX4" fmla="*/ 0 w 3809719"/>
              <a:gd name="connsiteY4" fmla="*/ 0 h 248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9719" h="2481538">
                <a:moveTo>
                  <a:pt x="0" y="0"/>
                </a:moveTo>
                <a:lnTo>
                  <a:pt x="3809719" y="0"/>
                </a:lnTo>
                <a:lnTo>
                  <a:pt x="3809719" y="2481538"/>
                </a:lnTo>
                <a:lnTo>
                  <a:pt x="0" y="248153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7" name="图片 26" descr="房间里的沙发&#10;&#10;低可信度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7" t="38666" r="2730" b="4992"/>
          <a:stretch>
            <a:fillRect/>
          </a:stretch>
        </p:blipFill>
        <p:spPr>
          <a:xfrm>
            <a:off x="159" y="1768870"/>
            <a:ext cx="4018866" cy="2481508"/>
          </a:xfrm>
          <a:custGeom>
            <a:avLst/>
            <a:gdLst>
              <a:gd name="connsiteX0" fmla="*/ 0 w 4018915"/>
              <a:gd name="connsiteY0" fmla="*/ 0 h 2481538"/>
              <a:gd name="connsiteX1" fmla="*/ 4018915 w 4018915"/>
              <a:gd name="connsiteY1" fmla="*/ 0 h 2481538"/>
              <a:gd name="connsiteX2" fmla="*/ 4018915 w 4018915"/>
              <a:gd name="connsiteY2" fmla="*/ 2481538 h 2481538"/>
              <a:gd name="connsiteX3" fmla="*/ 0 w 4018915"/>
              <a:gd name="connsiteY3" fmla="*/ 2481538 h 2481538"/>
              <a:gd name="connsiteX4" fmla="*/ 0 w 4018915"/>
              <a:gd name="connsiteY4" fmla="*/ 0 h 248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18915" h="2481538">
                <a:moveTo>
                  <a:pt x="0" y="0"/>
                </a:moveTo>
                <a:lnTo>
                  <a:pt x="4018915" y="0"/>
                </a:lnTo>
                <a:lnTo>
                  <a:pt x="4018915" y="2481538"/>
                </a:lnTo>
                <a:lnTo>
                  <a:pt x="0" y="248153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7" name="图片 16" descr="VCG41N136127408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50000" t="33416" r="1971" b="12663"/>
          <a:stretch>
            <a:fillRect/>
          </a:stretch>
        </p:blipFill>
        <p:spPr>
          <a:xfrm>
            <a:off x="8173144" y="1767600"/>
            <a:ext cx="3314838" cy="2480370"/>
          </a:xfrm>
          <a:custGeom>
            <a:avLst/>
            <a:gdLst>
              <a:gd name="connsiteX0" fmla="*/ 0 w 3289300"/>
              <a:gd name="connsiteY0" fmla="*/ 0 h 2461260"/>
              <a:gd name="connsiteX1" fmla="*/ 2058670 w 3289300"/>
              <a:gd name="connsiteY1" fmla="*/ 0 h 2461260"/>
              <a:gd name="connsiteX2" fmla="*/ 3289300 w 3289300"/>
              <a:gd name="connsiteY2" fmla="*/ 1230630 h 2461260"/>
              <a:gd name="connsiteX3" fmla="*/ 2058670 w 3289300"/>
              <a:gd name="connsiteY3" fmla="*/ 2461260 h 2461260"/>
              <a:gd name="connsiteX4" fmla="*/ 0 w 3289300"/>
              <a:gd name="connsiteY4" fmla="*/ 2461260 h 2461260"/>
              <a:gd name="connsiteX5" fmla="*/ 0 w 3289300"/>
              <a:gd name="connsiteY5" fmla="*/ 0 h 2461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9300" h="2461260">
                <a:moveTo>
                  <a:pt x="0" y="0"/>
                </a:moveTo>
                <a:lnTo>
                  <a:pt x="2058670" y="0"/>
                </a:lnTo>
                <a:cubicBezTo>
                  <a:pt x="2738328" y="0"/>
                  <a:pt x="3289300" y="550972"/>
                  <a:pt x="3289300" y="1230630"/>
                </a:cubicBezTo>
                <a:cubicBezTo>
                  <a:pt x="3289300" y="1910288"/>
                  <a:pt x="2738328" y="2461260"/>
                  <a:pt x="2058670" y="2461260"/>
                </a:cubicBezTo>
                <a:lnTo>
                  <a:pt x="0" y="246126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1422542" y="522513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fontScale="90000" lnSpcReduction="20000"/>
          </a:bodyPr>
          <a:lstStyle>
            <a:defPPr>
              <a:defRPr lang="en-US">
                <a:latin typeface="+mn-lt"/>
              </a:defRPr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Organized display of key information and functionalities.</a:t>
            </a:r>
            <a:endParaRPr 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9"/>
            </p:custDataLst>
          </p:nvPr>
        </p:nvSpPr>
        <p:spPr>
          <a:xfrm>
            <a:off x="1422542" y="477682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lnSpcReduction="20000"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accent5"/>
                </a:solidFill>
                <a:latin typeface="+mj-lt"/>
              </a:rPr>
              <a:t>Intuitive Layout</a:t>
            </a:r>
            <a:endParaRPr lang="en-US" b="1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33" name="文本框 32"/>
          <p:cNvSpPr txBox="1"/>
          <p:nvPr>
            <p:custDataLst>
              <p:tags r:id="rId10"/>
            </p:custDataLst>
          </p:nvPr>
        </p:nvSpPr>
        <p:spPr>
          <a:xfrm>
            <a:off x="4968973" y="522513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fontScale="90000" lnSpcReduction="20000"/>
          </a:bodyPr>
          <a:lstStyle>
            <a:defPPr>
              <a:defRPr lang="en-US">
                <a:latin typeface="+mn-lt"/>
              </a:defRPr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Seamless experience across devices and screen sizes.</a:t>
            </a:r>
            <a:endParaRPr 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11"/>
            </p:custDataLst>
          </p:nvPr>
        </p:nvSpPr>
        <p:spPr>
          <a:xfrm>
            <a:off x="4968973" y="477682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lnSpcReduction="20000"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accent5"/>
                </a:solidFill>
                <a:latin typeface="+mj-lt"/>
              </a:rPr>
              <a:t>Responsive Design</a:t>
            </a:r>
            <a:endParaRPr lang="en-US" b="1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37" name="椭圆 36"/>
          <p:cNvSpPr/>
          <p:nvPr>
            <p:custDataLst>
              <p:tags r:id="rId12"/>
            </p:custDataLst>
          </p:nvPr>
        </p:nvSpPr>
        <p:spPr>
          <a:xfrm>
            <a:off x="5675085" y="3822435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5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  <a:latin typeface="+mn-lt"/>
              </a:rPr>
              <a:t>02</a:t>
            </a:r>
            <a:endParaRPr lang="en-US" sz="2400" b="1" dirty="0">
              <a:solidFill>
                <a:schemeClr val="accent5"/>
              </a:solidFill>
              <a:latin typeface="+mn-ea"/>
            </a:endParaRPr>
          </a:p>
        </p:txBody>
      </p:sp>
      <p:sp>
        <p:nvSpPr>
          <p:cNvPr id="41" name="椭圆 40"/>
          <p:cNvSpPr/>
          <p:nvPr>
            <p:custDataLst>
              <p:tags r:id="rId13"/>
            </p:custDataLst>
          </p:nvPr>
        </p:nvSpPr>
        <p:spPr>
          <a:xfrm>
            <a:off x="2128653" y="3824340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5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  <a:latin typeface="+mn-lt"/>
              </a:rPr>
              <a:t>01</a:t>
            </a:r>
            <a:endParaRPr lang="en-US" sz="2400" b="1" dirty="0">
              <a:solidFill>
                <a:schemeClr val="accent5"/>
              </a:solidFill>
              <a:latin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14"/>
            </p:custDataLst>
          </p:nvPr>
        </p:nvSpPr>
        <p:spPr>
          <a:xfrm>
            <a:off x="8515405" y="522513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fontScale="90000"/>
          </a:bodyPr>
          <a:lstStyle>
            <a:defPPr>
              <a:defRPr lang="en-US">
                <a:latin typeface="+mn-lt"/>
              </a:defRPr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Streamlined access to essential features and data.</a:t>
            </a:r>
            <a:endParaRPr 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15"/>
            </p:custDataLst>
          </p:nvPr>
        </p:nvSpPr>
        <p:spPr>
          <a:xfrm>
            <a:off x="8515405" y="477682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lnSpcReduction="20000"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accent5"/>
                </a:solidFill>
                <a:latin typeface="+mj-lt"/>
              </a:rPr>
              <a:t>Efficient Navigation</a:t>
            </a:r>
            <a:endParaRPr lang="en-US" b="1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13" name="椭圆 12"/>
          <p:cNvSpPr/>
          <p:nvPr>
            <p:custDataLst>
              <p:tags r:id="rId16"/>
            </p:custDataLst>
          </p:nvPr>
        </p:nvSpPr>
        <p:spPr>
          <a:xfrm>
            <a:off x="9221516" y="3822435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5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  <a:latin typeface="+mn-lt"/>
              </a:rPr>
              <a:t>03</a:t>
            </a:r>
            <a:endParaRPr lang="en-US" sz="2400" b="1" dirty="0">
              <a:solidFill>
                <a:schemeClr val="accent5"/>
              </a:solidFill>
              <a:latin typeface="+mn-ea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Module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dirty="0">
                <a:sym typeface="+mn-ea"/>
              </a:rPr>
              <a:t>Access Management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permission.pngpermission"/>
          <p:cNvPicPr>
            <a:picLocks noChangeAspect="1"/>
          </p:cNvPicPr>
          <p:nvPr/>
        </p:nvPicPr>
        <p:blipFill>
          <a:blip r:embed="rId4"/>
          <a:srcRect t="370" b="370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role.pngrole"/>
          <p:cNvPicPr>
            <a:picLocks noChangeAspect="1"/>
          </p:cNvPicPr>
          <p:nvPr/>
        </p:nvPicPr>
        <p:blipFill>
          <a:blip r:embed="rId4"/>
          <a:srcRect t="213" b="213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user.pnguser"/>
          <p:cNvPicPr>
            <a:picLocks noChangeAspect="1"/>
          </p:cNvPicPr>
          <p:nvPr/>
        </p:nvPicPr>
        <p:blipFill>
          <a:blip r:embed="rId4"/>
          <a:srcRect l="185" r="185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menu.pngmenu"/>
          <p:cNvPicPr>
            <a:picLocks noChangeAspect="1"/>
          </p:cNvPicPr>
          <p:nvPr/>
        </p:nvPicPr>
        <p:blipFill>
          <a:blip r:embed="rId4"/>
          <a:srcRect t="182" b="182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Module	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Master Data</a:t>
            </a:r>
            <a:endParaRPr lang="en-US" altLang="zh-CN" dirty="0"/>
          </a:p>
        </p:txBody>
      </p:sp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zone.pngzone"/>
          <p:cNvPicPr>
            <a:picLocks noChangeAspect="1"/>
          </p:cNvPicPr>
          <p:nvPr/>
        </p:nvPicPr>
        <p:blipFill>
          <a:blip r:embed="rId4"/>
          <a:srcRect t="552" b="552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zone-manageoffice.pngzone-manageoffice"/>
          <p:cNvPicPr>
            <a:picLocks noChangeAspect="1"/>
          </p:cNvPicPr>
          <p:nvPr/>
        </p:nvPicPr>
        <p:blipFill>
          <a:blip r:embed="rId4"/>
          <a:srcRect t="293" b="293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region.pngregion"/>
          <p:cNvPicPr>
            <a:picLocks noChangeAspect="1"/>
          </p:cNvPicPr>
          <p:nvPr/>
        </p:nvPicPr>
        <p:blipFill>
          <a:blip r:embed="rId4"/>
          <a:srcRect l="104" r="104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region-managezone.pngregion-managezone"/>
          <p:cNvPicPr>
            <a:picLocks noChangeAspect="1"/>
          </p:cNvPicPr>
          <p:nvPr/>
        </p:nvPicPr>
        <p:blipFill>
          <a:blip r:embed="rId4"/>
          <a:srcRect t="6" b="6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office.pngoffice"/>
          <p:cNvPicPr>
            <a:picLocks noChangeAspect="1"/>
          </p:cNvPicPr>
          <p:nvPr/>
        </p:nvPicPr>
        <p:blipFill>
          <a:blip r:embed="rId4"/>
          <a:srcRect t="475" b="475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office-managezone.pngoffice-managezone"/>
          <p:cNvPicPr>
            <a:picLocks noChangeAspect="1"/>
          </p:cNvPicPr>
          <p:nvPr/>
        </p:nvPicPr>
        <p:blipFill>
          <a:blip r:embed="rId4"/>
          <a:srcRect t="108" b="108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product.pngproduct"/>
          <p:cNvPicPr>
            <a:picLocks noChangeAspect="1"/>
          </p:cNvPicPr>
          <p:nvPr/>
        </p:nvPicPr>
        <p:blipFill>
          <a:blip r:embed="rId4"/>
          <a:srcRect t="319" b="319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product detail.pngproduct detail"/>
          <p:cNvPicPr>
            <a:picLocks noChangeAspect="1"/>
          </p:cNvPicPr>
          <p:nvPr/>
        </p:nvPicPr>
        <p:blipFill>
          <a:blip r:embed="rId4"/>
          <a:srcRect t="57" b="57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product-detail-view.pngproduct-detail-view"/>
          <p:cNvPicPr>
            <a:picLocks noChangeAspect="1"/>
          </p:cNvPicPr>
          <p:nvPr/>
        </p:nvPicPr>
        <p:blipFill>
          <a:blip r:embed="rId4"/>
          <a:srcRect t="449" b="449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product-category.pngproduct-category"/>
          <p:cNvPicPr>
            <a:picLocks noChangeAspect="1"/>
          </p:cNvPicPr>
          <p:nvPr/>
        </p:nvPicPr>
        <p:blipFill>
          <a:blip r:embed="rId4"/>
          <a:srcRect l="23" r="23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employee.pngemployee"/>
          <p:cNvPicPr>
            <a:picLocks noChangeAspect="1"/>
          </p:cNvPicPr>
          <p:nvPr/>
        </p:nvPicPr>
        <p:blipFill>
          <a:blip r:embed="rId4"/>
          <a:srcRect t="239" b="239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division.pngdivision"/>
          <p:cNvPicPr>
            <a:picLocks noChangeAspect="1"/>
          </p:cNvPicPr>
          <p:nvPr/>
        </p:nvPicPr>
        <p:blipFill>
          <a:blip r:embed="rId4"/>
          <a:srcRect t="424" b="424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dvision-manage.pngdvision-manage"/>
          <p:cNvPicPr>
            <a:picLocks noChangeAspect="1"/>
          </p:cNvPicPr>
          <p:nvPr/>
        </p:nvPicPr>
        <p:blipFill>
          <a:blip r:embed="rId4"/>
          <a:srcRect t="134" b="134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division-detail.pngdivision-detail"/>
          <p:cNvPicPr>
            <a:picLocks noChangeAspect="1"/>
          </p:cNvPicPr>
          <p:nvPr/>
        </p:nvPicPr>
        <p:blipFill>
          <a:blip r:embed="rId4"/>
          <a:srcRect l="185" r="185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maklon.pngmaklon"/>
          <p:cNvPicPr>
            <a:picLocks noChangeAspect="1"/>
          </p:cNvPicPr>
          <p:nvPr/>
        </p:nvPicPr>
        <p:blipFill>
          <a:blip r:embed="rId4"/>
          <a:srcRect l="104" r="104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maklon detail.pngmaklon detail"/>
          <p:cNvPicPr>
            <a:picLocks noChangeAspect="1"/>
          </p:cNvPicPr>
          <p:nvPr/>
        </p:nvPicPr>
        <p:blipFill>
          <a:blip r:embed="rId4"/>
          <a:srcRect t="370" b="370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maklon detail 1.pngmaklon detail 1"/>
          <p:cNvPicPr>
            <a:picLocks noChangeAspect="1"/>
          </p:cNvPicPr>
          <p:nvPr/>
        </p:nvPicPr>
        <p:blipFill>
          <a:blip r:embed="rId4"/>
          <a:srcRect t="185" b="185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makalon view 1.pngmakalon view 1"/>
          <p:cNvPicPr>
            <a:picLocks noChangeAspect="1"/>
          </p:cNvPicPr>
          <p:nvPr/>
        </p:nvPicPr>
        <p:blipFill>
          <a:blip r:embed="rId4"/>
          <a:srcRect t="319" b="319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makloon detail 2.pngmakloon detail 2"/>
          <p:cNvPicPr>
            <a:picLocks noChangeAspect="1"/>
          </p:cNvPicPr>
          <p:nvPr/>
        </p:nvPicPr>
        <p:blipFill>
          <a:blip r:embed="rId4"/>
          <a:srcRect t="449" b="449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Module	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Transaction</a:t>
            </a:r>
            <a:endParaRPr lang="en-US" altLang="zh-CN" dirty="0"/>
          </a:p>
        </p:txBody>
      </p:sp>
    </p:spTree>
    <p:custDataLst>
      <p:tags r:id="rId4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order.pngorder"/>
          <p:cNvPicPr>
            <a:picLocks noChangeAspect="1"/>
          </p:cNvPicPr>
          <p:nvPr/>
        </p:nvPicPr>
        <p:blipFill>
          <a:blip r:embed="rId4"/>
          <a:srcRect l="133" r="133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order detail 1.pngorder detail 1"/>
          <p:cNvPicPr>
            <a:picLocks noChangeAspect="1"/>
          </p:cNvPicPr>
          <p:nvPr/>
        </p:nvPicPr>
        <p:blipFill>
          <a:blip r:embed="rId4"/>
          <a:srcRect t="344" b="344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order detail 2.pngorder detail 2"/>
          <p:cNvPicPr>
            <a:picLocks noChangeAspect="1"/>
          </p:cNvPicPr>
          <p:nvPr/>
        </p:nvPicPr>
        <p:blipFill>
          <a:blip r:embed="rId4"/>
          <a:srcRect t="708" b="708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order detail 3.pngorder detail 3"/>
          <p:cNvPicPr>
            <a:picLocks noChangeAspect="1"/>
          </p:cNvPicPr>
          <p:nvPr/>
        </p:nvPicPr>
        <p:blipFill>
          <a:blip r:embed="rId4"/>
          <a:srcRect t="1047" b="1047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order detail view.pngorder detail view"/>
          <p:cNvPicPr>
            <a:picLocks noChangeAspect="1"/>
          </p:cNvPicPr>
          <p:nvPr/>
        </p:nvPicPr>
        <p:blipFill>
          <a:blip r:embed="rId4"/>
          <a:srcRect t="213" b="213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payment.pngpayment"/>
          <p:cNvPicPr>
            <a:picLocks noChangeAspect="1"/>
          </p:cNvPicPr>
          <p:nvPr/>
        </p:nvPicPr>
        <p:blipFill>
          <a:blip r:embed="rId4"/>
          <a:srcRect l="265" r="265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payment 1.pngpayment 1"/>
          <p:cNvPicPr>
            <a:picLocks noChangeAspect="1"/>
          </p:cNvPicPr>
          <p:nvPr/>
        </p:nvPicPr>
        <p:blipFill>
          <a:blip r:embed="rId4"/>
          <a:srcRect t="395" b="395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payment view.pngpayment view"/>
          <p:cNvPicPr>
            <a:picLocks noChangeAspect="1"/>
          </p:cNvPicPr>
          <p:nvPr/>
        </p:nvPicPr>
        <p:blipFill>
          <a:blip r:embed="rId4"/>
          <a:srcRect l="208" r="208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task.pngtask"/>
          <p:cNvPicPr>
            <a:picLocks noChangeAspect="1"/>
          </p:cNvPicPr>
          <p:nvPr/>
        </p:nvPicPr>
        <p:blipFill>
          <a:blip r:embed="rId4"/>
          <a:srcRect t="213" b="213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Module	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Inventory</a:t>
            </a:r>
            <a:endParaRPr lang="en-US" altLang="zh-CN" dirty="0"/>
          </a:p>
        </p:txBody>
      </p:sp>
    </p:spTree>
    <p:custDataLst>
      <p:tags r:id="rId4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master item.pngmaster item"/>
          <p:cNvPicPr>
            <a:picLocks noChangeAspect="1"/>
          </p:cNvPicPr>
          <p:nvPr/>
        </p:nvPicPr>
        <p:blipFill>
          <a:blip r:embed="rId4"/>
          <a:srcRect t="424" b="424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stock opname.pngstock opname"/>
          <p:cNvPicPr>
            <a:picLocks noChangeAspect="1"/>
          </p:cNvPicPr>
          <p:nvPr/>
        </p:nvPicPr>
        <p:blipFill>
          <a:blip r:embed="rId4"/>
          <a:srcRect t="137" b="137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stock opname view.pngstock opname view"/>
          <p:cNvPicPr>
            <a:picLocks noChangeAspect="1"/>
          </p:cNvPicPr>
          <p:nvPr/>
        </p:nvPicPr>
        <p:blipFill>
          <a:blip r:embed="rId4"/>
          <a:srcRect t="449" b="449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stock opname popup.pngstock opname popup"/>
          <p:cNvPicPr>
            <a:picLocks noChangeAspect="1"/>
          </p:cNvPicPr>
          <p:nvPr/>
        </p:nvPicPr>
        <p:blipFill>
          <a:blip r:embed="rId4"/>
          <a:srcRect t="478" b="478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stock movement.pngstock movement"/>
          <p:cNvPicPr>
            <a:picLocks noChangeAspect="1"/>
          </p:cNvPicPr>
          <p:nvPr/>
        </p:nvPicPr>
        <p:blipFill>
          <a:blip r:embed="rId4"/>
          <a:srcRect t="162" b="162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stock movement detail.pngstock movement detail"/>
          <p:cNvPicPr>
            <a:picLocks noChangeAspect="1"/>
          </p:cNvPicPr>
          <p:nvPr/>
        </p:nvPicPr>
        <p:blipFill>
          <a:blip r:embed="rId4"/>
          <a:srcRect t="108" b="108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stock movement popup.pngstock movement popup"/>
          <p:cNvPicPr>
            <a:picLocks noChangeAspect="1"/>
          </p:cNvPicPr>
          <p:nvPr/>
        </p:nvPicPr>
        <p:blipFill>
          <a:blip r:embed="rId4"/>
          <a:srcRect t="31" b="31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master supplier detail.pngmaster supplier detail"/>
          <p:cNvPicPr>
            <a:picLocks noChangeAspect="1"/>
          </p:cNvPicPr>
          <p:nvPr/>
        </p:nvPicPr>
        <p:blipFill>
          <a:blip r:embed="rId4"/>
          <a:srcRect t="711" b="711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zh-CN" dirty="0"/>
              <a:t>Click to add title</a:t>
            </a:r>
            <a:endParaRPr lang="en-US" altLang="zh-CN" dirty="0"/>
          </a:p>
        </p:txBody>
      </p:sp>
      <p:pic>
        <p:nvPicPr>
          <p:cNvPr id="7" name="Picture 6" descr="C:\Projects\Vomo\Portofolio\master supplier view.pngmaster supplier view"/>
          <p:cNvPicPr>
            <a:picLocks noChangeAspect="1"/>
          </p:cNvPicPr>
          <p:nvPr/>
        </p:nvPicPr>
        <p:blipFill>
          <a:blip r:embed="rId4"/>
          <a:srcRect t="85" b="85"/>
          <a:stretch>
            <a:fillRect/>
          </a:stretch>
        </p:blipFill>
        <p:spPr>
          <a:xfrm>
            <a:off x="506095" y="560705"/>
            <a:ext cx="11162665" cy="5502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Mask group1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b="369"/>
          <a:stretch>
            <a:fillRect/>
          </a:stretch>
        </p:blipFill>
        <p:spPr>
          <a:xfrm>
            <a:off x="0" y="0"/>
            <a:ext cx="12192000" cy="3429000"/>
          </a:xfrm>
          <a:prstGeom prst="rect">
            <a:avLst/>
          </a:pr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5" name="矩形: 圆角 14"/>
          <p:cNvSpPr/>
          <p:nvPr>
            <p:custDataLst>
              <p:tags r:id="rId3"/>
            </p:custDataLst>
          </p:nvPr>
        </p:nvSpPr>
        <p:spPr>
          <a:xfrm>
            <a:off x="530225" y="3091180"/>
            <a:ext cx="11129010" cy="3237865"/>
          </a:xfrm>
          <a:prstGeom prst="roundRect">
            <a:avLst>
              <a:gd name="adj" fmla="val 9236"/>
            </a:avLst>
          </a:prstGeom>
          <a:solidFill>
            <a:schemeClr val="lt1">
              <a:lumMod val="100000"/>
            </a:schemeClr>
          </a:solidFill>
          <a:ln w="3175" cap="flat" cmpd="sng" algn="ctr">
            <a:solidFill>
              <a:schemeClr val="accent1">
                <a:lumMod val="10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0" dist="76200" dir="5399999" algn="bl" rotWithShape="0">
              <a:schemeClr val="accent1">
                <a:alpha val="20000"/>
              </a:schemeClr>
            </a:outerShdw>
          </a:effectLst>
        </p:spPr>
        <p:txBody>
          <a:bodyPr rtlCol="0" anchor="ctr"/>
          <a:lstStyle/>
          <a:p>
            <a:pPr algn="ctr"/>
            <a:endParaRPr kumimoji="1" lang="en-US" sz="3200">
              <a:latin typeface="+mj-lt"/>
              <a:sym typeface="Arial" panose="020B0604020202020204" pitchFamily="34" charset="0"/>
            </a:endParaRPr>
          </a:p>
        </p:txBody>
      </p:sp>
      <p:sp>
        <p:nvSpPr>
          <p:cNvPr id="29" name="标题"/>
          <p:cNvSpPr txBox="1"/>
          <p:nvPr>
            <p:custDataLst>
              <p:tags r:id="rId4"/>
            </p:custDataLst>
          </p:nvPr>
        </p:nvSpPr>
        <p:spPr>
          <a:xfrm>
            <a:off x="1527175" y="3244850"/>
            <a:ext cx="9473565" cy="77914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defPPr>
              <a:defRPr lang="en-US">
                <a:latin typeface="+mj-lt"/>
              </a:defRPr>
            </a:defPPr>
            <a:lvl1pPr>
              <a:lnSpc>
                <a:spcPct val="131000"/>
              </a:lnSpc>
              <a:defRPr sz="3400" b="1">
                <a:solidFill>
                  <a:schemeClr val="dk1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Data Visualization</a:t>
            </a:r>
            <a:endParaRPr lang="en-US" dirty="0">
              <a:latin typeface="+mj-lt"/>
            </a:endParaRP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1500505" y="4813617"/>
            <a:ext cx="2647950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000000"/>
                </a:solidFill>
                <a:latin typeface="+mn-lt"/>
                <a:sym typeface="+mn-ea"/>
              </a:rPr>
              <a:t>Visually appealing dashboards to track key metrics.</a:t>
            </a:r>
            <a:endParaRPr lang="en-US" sz="1400" dirty="0">
              <a:solidFill>
                <a:srgbClr val="000000"/>
              </a:solidFill>
              <a:latin typeface="+mn-lt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1500505" y="4353877"/>
            <a:ext cx="2647950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0000"/>
                </a:solidFill>
                <a:latin typeface="+mj-lt"/>
                <a:sym typeface="+mn-ea"/>
              </a:rPr>
              <a:t>Intuitive Dashboards</a:t>
            </a:r>
            <a:endParaRPr lang="en-US" b="1" dirty="0">
              <a:solidFill>
                <a:srgbClr val="000000"/>
              </a:solidFill>
              <a:latin typeface="+mj-lt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8326755" y="4813617"/>
            <a:ext cx="2647950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000000"/>
                </a:solidFill>
                <a:latin typeface="+mn-lt"/>
                <a:sym typeface="+mn-ea"/>
              </a:rPr>
              <a:t>Flexible reporting tools to generate insightful reports.</a:t>
            </a:r>
            <a:endParaRPr lang="en-US" sz="1400">
              <a:solidFill>
                <a:srgbClr val="000000"/>
              </a:solidFill>
              <a:latin typeface="+mn-lt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8"/>
            </p:custDataLst>
          </p:nvPr>
        </p:nvSpPr>
        <p:spPr>
          <a:xfrm>
            <a:off x="8326755" y="4353877"/>
            <a:ext cx="2647950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 fontScale="9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000000"/>
                </a:solidFill>
                <a:latin typeface="+mj-lt"/>
                <a:sym typeface="+mn-ea"/>
              </a:rPr>
              <a:t>Customizable Reports</a:t>
            </a:r>
            <a:endParaRPr lang="en-US" sz="2000" b="1">
              <a:solidFill>
                <a:srgbClr val="000000"/>
              </a:solidFill>
              <a:latin typeface="+mj-lt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4913630" y="4813617"/>
            <a:ext cx="2647950" cy="121856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000000"/>
                </a:solidFill>
                <a:latin typeface="+mn-lt"/>
                <a:sym typeface="+mn-ea"/>
              </a:rPr>
              <a:t>Dynamic charts and graphs for data analysis.</a:t>
            </a:r>
            <a:endParaRPr lang="en-US" sz="1400">
              <a:solidFill>
                <a:srgbClr val="000000"/>
              </a:solidFill>
              <a:latin typeface="+mn-lt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10"/>
            </p:custDataLst>
          </p:nvPr>
        </p:nvSpPr>
        <p:spPr>
          <a:xfrm>
            <a:off x="4913630" y="4353877"/>
            <a:ext cx="2647950" cy="34925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00"/>
                </a:solidFill>
                <a:latin typeface="+mj-lt"/>
                <a:sym typeface="+mn-ea"/>
              </a:rPr>
              <a:t>Interactive Charts</a:t>
            </a:r>
            <a:endParaRPr lang="en-US" b="1">
              <a:solidFill>
                <a:srgbClr val="000000"/>
              </a:solidFill>
              <a:latin typeface="+mj-lt"/>
              <a:sym typeface="+mn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913" y="159487"/>
            <a:ext cx="10799761" cy="1080000"/>
          </a:xfrm>
          <a:noFill/>
        </p:spPr>
        <p:txBody>
          <a:bodyPr wrap="square" lIns="0" tIns="0" rIns="0" bIns="0">
            <a:normAutofit/>
          </a:bodyPr>
          <a:lstStyle/>
          <a:p>
            <a:r>
              <a:rPr lang="en-US" sz="3600" spc="0" dirty="0">
                <a:solidFill>
                  <a:schemeClr val="tx1"/>
                </a:solidFill>
                <a:latin typeface="+mj-lt"/>
              </a:rPr>
              <a:t>Customization Options</a:t>
            </a:r>
            <a:endParaRPr lang="en-US" sz="3600" spc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9" name="图片 28" descr="房间的摆设布局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34" t="39741" r="15357" b="7767"/>
          <a:stretch>
            <a:fillRect/>
          </a:stretch>
        </p:blipFill>
        <p:spPr>
          <a:xfrm>
            <a:off x="4191108" y="1767600"/>
            <a:ext cx="3809672" cy="2481508"/>
          </a:xfrm>
          <a:custGeom>
            <a:avLst/>
            <a:gdLst>
              <a:gd name="connsiteX0" fmla="*/ 0 w 3809719"/>
              <a:gd name="connsiteY0" fmla="*/ 0 h 2481538"/>
              <a:gd name="connsiteX1" fmla="*/ 3809719 w 3809719"/>
              <a:gd name="connsiteY1" fmla="*/ 0 h 2481538"/>
              <a:gd name="connsiteX2" fmla="*/ 3809719 w 3809719"/>
              <a:gd name="connsiteY2" fmla="*/ 2481538 h 2481538"/>
              <a:gd name="connsiteX3" fmla="*/ 0 w 3809719"/>
              <a:gd name="connsiteY3" fmla="*/ 2481538 h 2481538"/>
              <a:gd name="connsiteX4" fmla="*/ 0 w 3809719"/>
              <a:gd name="connsiteY4" fmla="*/ 0 h 248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9719" h="2481538">
                <a:moveTo>
                  <a:pt x="0" y="0"/>
                </a:moveTo>
                <a:lnTo>
                  <a:pt x="3809719" y="0"/>
                </a:lnTo>
                <a:lnTo>
                  <a:pt x="3809719" y="2481538"/>
                </a:lnTo>
                <a:lnTo>
                  <a:pt x="0" y="248153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7" name="图片 26" descr="房间里的沙发&#10;&#10;低可信度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7" t="38666" r="2730" b="4992"/>
          <a:stretch>
            <a:fillRect/>
          </a:stretch>
        </p:blipFill>
        <p:spPr>
          <a:xfrm>
            <a:off x="159" y="1768870"/>
            <a:ext cx="4018866" cy="2481508"/>
          </a:xfrm>
          <a:custGeom>
            <a:avLst/>
            <a:gdLst>
              <a:gd name="connsiteX0" fmla="*/ 0 w 4018915"/>
              <a:gd name="connsiteY0" fmla="*/ 0 h 2481538"/>
              <a:gd name="connsiteX1" fmla="*/ 4018915 w 4018915"/>
              <a:gd name="connsiteY1" fmla="*/ 0 h 2481538"/>
              <a:gd name="connsiteX2" fmla="*/ 4018915 w 4018915"/>
              <a:gd name="connsiteY2" fmla="*/ 2481538 h 2481538"/>
              <a:gd name="connsiteX3" fmla="*/ 0 w 4018915"/>
              <a:gd name="connsiteY3" fmla="*/ 2481538 h 2481538"/>
              <a:gd name="connsiteX4" fmla="*/ 0 w 4018915"/>
              <a:gd name="connsiteY4" fmla="*/ 0 h 248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18915" h="2481538">
                <a:moveTo>
                  <a:pt x="0" y="0"/>
                </a:moveTo>
                <a:lnTo>
                  <a:pt x="4018915" y="0"/>
                </a:lnTo>
                <a:lnTo>
                  <a:pt x="4018915" y="2481538"/>
                </a:lnTo>
                <a:lnTo>
                  <a:pt x="0" y="248153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7" name="图片 16" descr="VCG41N136127408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50000" t="33416" r="1971" b="12663"/>
          <a:stretch>
            <a:fillRect/>
          </a:stretch>
        </p:blipFill>
        <p:spPr>
          <a:xfrm>
            <a:off x="8173144" y="1767600"/>
            <a:ext cx="3314838" cy="2480370"/>
          </a:xfrm>
          <a:custGeom>
            <a:avLst/>
            <a:gdLst>
              <a:gd name="connsiteX0" fmla="*/ 0 w 3289300"/>
              <a:gd name="connsiteY0" fmla="*/ 0 h 2461260"/>
              <a:gd name="connsiteX1" fmla="*/ 2058670 w 3289300"/>
              <a:gd name="connsiteY1" fmla="*/ 0 h 2461260"/>
              <a:gd name="connsiteX2" fmla="*/ 3289300 w 3289300"/>
              <a:gd name="connsiteY2" fmla="*/ 1230630 h 2461260"/>
              <a:gd name="connsiteX3" fmla="*/ 2058670 w 3289300"/>
              <a:gd name="connsiteY3" fmla="*/ 2461260 h 2461260"/>
              <a:gd name="connsiteX4" fmla="*/ 0 w 3289300"/>
              <a:gd name="connsiteY4" fmla="*/ 2461260 h 2461260"/>
              <a:gd name="connsiteX5" fmla="*/ 0 w 3289300"/>
              <a:gd name="connsiteY5" fmla="*/ 0 h 2461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9300" h="2461260">
                <a:moveTo>
                  <a:pt x="0" y="0"/>
                </a:moveTo>
                <a:lnTo>
                  <a:pt x="2058670" y="0"/>
                </a:lnTo>
                <a:cubicBezTo>
                  <a:pt x="2738328" y="0"/>
                  <a:pt x="3289300" y="550972"/>
                  <a:pt x="3289300" y="1230630"/>
                </a:cubicBezTo>
                <a:cubicBezTo>
                  <a:pt x="3289300" y="1910288"/>
                  <a:pt x="2738328" y="2461260"/>
                  <a:pt x="2058670" y="2461260"/>
                </a:cubicBezTo>
                <a:lnTo>
                  <a:pt x="0" y="246126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1422542" y="522513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>
            <a:defPPr>
              <a:defRPr lang="en-US">
                <a:latin typeface="+mn-lt"/>
              </a:defRPr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Adjust slide elements to suit your needs.</a:t>
            </a:r>
            <a:endParaRPr 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9"/>
            </p:custDataLst>
          </p:nvPr>
        </p:nvSpPr>
        <p:spPr>
          <a:xfrm>
            <a:off x="1422542" y="477682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lnSpcReduction="20000"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accent5"/>
                </a:solidFill>
                <a:latin typeface="+mj-lt"/>
              </a:rPr>
              <a:t>Flexible Layout</a:t>
            </a:r>
            <a:endParaRPr lang="en-US" b="1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33" name="文本框 32"/>
          <p:cNvSpPr txBox="1"/>
          <p:nvPr>
            <p:custDataLst>
              <p:tags r:id="rId10"/>
            </p:custDataLst>
          </p:nvPr>
        </p:nvSpPr>
        <p:spPr>
          <a:xfrm>
            <a:off x="4968973" y="522513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>
            <a:defPPr>
              <a:defRPr lang="en-US">
                <a:latin typeface="+mn-lt"/>
              </a:defRPr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Incorporate your company's visual identity.</a:t>
            </a:r>
            <a:endParaRPr 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11"/>
            </p:custDataLst>
          </p:nvPr>
        </p:nvSpPr>
        <p:spPr>
          <a:xfrm>
            <a:off x="4968973" y="477682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lnSpcReduction="20000"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accent5"/>
                </a:solidFill>
                <a:latin typeface="+mj-lt"/>
              </a:rPr>
              <a:t>Branding Options</a:t>
            </a:r>
            <a:endParaRPr lang="en-US" b="1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37" name="椭圆 36"/>
          <p:cNvSpPr/>
          <p:nvPr>
            <p:custDataLst>
              <p:tags r:id="rId12"/>
            </p:custDataLst>
          </p:nvPr>
        </p:nvSpPr>
        <p:spPr>
          <a:xfrm>
            <a:off x="5675085" y="3822435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5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  <a:latin typeface="+mn-lt"/>
              </a:rPr>
              <a:t>02</a:t>
            </a:r>
            <a:endParaRPr lang="en-US" sz="2400" b="1" dirty="0">
              <a:solidFill>
                <a:schemeClr val="accent5"/>
              </a:solidFill>
              <a:latin typeface="+mn-ea"/>
            </a:endParaRPr>
          </a:p>
        </p:txBody>
      </p:sp>
      <p:sp>
        <p:nvSpPr>
          <p:cNvPr id="41" name="椭圆 40"/>
          <p:cNvSpPr/>
          <p:nvPr>
            <p:custDataLst>
              <p:tags r:id="rId13"/>
            </p:custDataLst>
          </p:nvPr>
        </p:nvSpPr>
        <p:spPr>
          <a:xfrm>
            <a:off x="2128653" y="3824340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5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  <a:latin typeface="+mn-lt"/>
              </a:rPr>
              <a:t>01</a:t>
            </a:r>
            <a:endParaRPr lang="en-US" sz="2400" b="1" dirty="0">
              <a:solidFill>
                <a:schemeClr val="accent5"/>
              </a:solidFill>
              <a:latin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14"/>
            </p:custDataLst>
          </p:nvPr>
        </p:nvSpPr>
        <p:spPr>
          <a:xfrm>
            <a:off x="8515405" y="522513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>
            <a:defPPr>
              <a:defRPr lang="en-US">
                <a:latin typeface="+mn-lt"/>
              </a:defRPr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Choose from a variety of pre-designed themes.</a:t>
            </a:r>
            <a:endParaRPr 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15"/>
            </p:custDataLst>
          </p:nvPr>
        </p:nvSpPr>
        <p:spPr>
          <a:xfrm>
            <a:off x="8515405" y="477682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lnSpcReduction="20000"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accent5"/>
                </a:solidFill>
                <a:latin typeface="+mj-lt"/>
              </a:rPr>
              <a:t>Theme Variations</a:t>
            </a:r>
            <a:endParaRPr lang="en-US" b="1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13" name="椭圆 12"/>
          <p:cNvSpPr/>
          <p:nvPr>
            <p:custDataLst>
              <p:tags r:id="rId16"/>
            </p:custDataLst>
          </p:nvPr>
        </p:nvSpPr>
        <p:spPr>
          <a:xfrm>
            <a:off x="9221516" y="3822435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5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  <a:latin typeface="+mn-lt"/>
              </a:rPr>
              <a:t>03</a:t>
            </a:r>
            <a:endParaRPr lang="en-US" sz="2400" b="1" dirty="0">
              <a:solidFill>
                <a:schemeClr val="accent5"/>
              </a:solidFill>
              <a:latin typeface="+mn-ea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04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 dirty="0"/>
              <a:t>Data Management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建筑的摆设布局&#10;&#10;描述已自动生成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33" t="10777" r="1005" b="27417"/>
          <a:stretch>
            <a:fillRect/>
          </a:stretch>
        </p:blipFill>
        <p:spPr>
          <a:xfrm>
            <a:off x="5447762" y="1235247"/>
            <a:ext cx="6047199" cy="2923200"/>
          </a:xfrm>
          <a:custGeom>
            <a:avLst/>
            <a:gdLst>
              <a:gd name="connsiteX0" fmla="*/ 0 w 6884130"/>
              <a:gd name="connsiteY0" fmla="*/ 0 h 2935140"/>
              <a:gd name="connsiteX1" fmla="*/ 6884130 w 6884130"/>
              <a:gd name="connsiteY1" fmla="*/ 0 h 2935140"/>
              <a:gd name="connsiteX2" fmla="*/ 6884130 w 6884130"/>
              <a:gd name="connsiteY2" fmla="*/ 2935140 h 2935140"/>
              <a:gd name="connsiteX3" fmla="*/ 0 w 6884130"/>
              <a:gd name="connsiteY3" fmla="*/ 2935140 h 2935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84130" h="2935140">
                <a:moveTo>
                  <a:pt x="0" y="0"/>
                </a:moveTo>
                <a:lnTo>
                  <a:pt x="6884130" y="0"/>
                </a:lnTo>
                <a:lnTo>
                  <a:pt x="6884130" y="2935140"/>
                </a:lnTo>
                <a:lnTo>
                  <a:pt x="0" y="2935140"/>
                </a:lnTo>
                <a:close/>
              </a:path>
            </a:pathLst>
          </a:custGeom>
          <a:ln w="6350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695325" y="1228897"/>
            <a:ext cx="4752438" cy="29351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1067686" y="1628148"/>
            <a:ext cx="4148125" cy="2094765"/>
          </a:xfrm>
        </p:spPr>
        <p:txBody>
          <a:bodyPr wrap="square" lIns="0" tIns="0" r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pc="0" dirty="0">
                <a:solidFill>
                  <a:schemeClr val="lt1">
                    <a:lumMod val="100000"/>
                  </a:schemeClr>
                </a:solidFill>
                <a:latin typeface="+mj-lt"/>
              </a:rPr>
              <a:t>Data Storage and Retrieval</a:t>
            </a:r>
            <a:endParaRPr lang="en-US" spc="0" dirty="0">
              <a:solidFill>
                <a:schemeClr val="lt1">
                  <a:lumMod val="100000"/>
                </a:schemeClr>
              </a:solidFill>
              <a:latin typeface="+mj-lt"/>
            </a:endParaRPr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709661" y="5091470"/>
            <a:ext cx="2872890" cy="73016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Maintain confidential player and team data in a secure database.</a:t>
            </a:r>
            <a:endParaRPr lang="en-US" sz="13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4" name="矩形 3"/>
          <p:cNvSpPr/>
          <p:nvPr>
            <p:custDataLst>
              <p:tags r:id="rId6"/>
            </p:custDataLst>
          </p:nvPr>
        </p:nvSpPr>
        <p:spPr>
          <a:xfrm>
            <a:off x="709661" y="4426751"/>
            <a:ext cx="2872890" cy="64376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2000" b="1">
                <a:solidFill>
                  <a:schemeClr val="accent1"/>
                </a:solidFill>
                <a:latin typeface="+mj-lt"/>
              </a:rPr>
              <a:t>Secure Database</a:t>
            </a:r>
            <a:endParaRPr lang="en-US" sz="20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4671946" y="5091470"/>
            <a:ext cx="2872890" cy="73016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3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Quickly access player statistics and team information as needed.</a:t>
            </a:r>
            <a:endParaRPr lang="en-US" sz="13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7" name="矩形 6"/>
          <p:cNvSpPr/>
          <p:nvPr>
            <p:custDataLst>
              <p:tags r:id="rId8"/>
            </p:custDataLst>
          </p:nvPr>
        </p:nvSpPr>
        <p:spPr>
          <a:xfrm>
            <a:off x="4671946" y="4426751"/>
            <a:ext cx="2872890" cy="64376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2000" b="1">
                <a:solidFill>
                  <a:schemeClr val="accent1"/>
                </a:solidFill>
                <a:latin typeface="+mj-lt"/>
              </a:rPr>
              <a:t>Efficient Retrieval</a:t>
            </a:r>
            <a:endParaRPr lang="en-US" sz="20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" name="矩形 7"/>
          <p:cNvSpPr/>
          <p:nvPr>
            <p:custDataLst>
              <p:tags r:id="rId9"/>
            </p:custDataLst>
          </p:nvPr>
        </p:nvSpPr>
        <p:spPr>
          <a:xfrm>
            <a:off x="8634866" y="5091470"/>
            <a:ext cx="2872890" cy="73016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90000"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Implement robust backup and recovery procedures to ensure data integrity.</a:t>
            </a:r>
            <a:endParaRPr lang="en-US" sz="14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9" name="矩形 8"/>
          <p:cNvSpPr/>
          <p:nvPr>
            <p:custDataLst>
              <p:tags r:id="rId10"/>
            </p:custDataLst>
          </p:nvPr>
        </p:nvSpPr>
        <p:spPr>
          <a:xfrm>
            <a:off x="8634866" y="4426751"/>
            <a:ext cx="2872890" cy="643765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2000" b="1">
                <a:solidFill>
                  <a:schemeClr val="accent1"/>
                </a:solidFill>
                <a:latin typeface="+mj-lt"/>
              </a:rPr>
              <a:t>Backup and Recovery</a:t>
            </a:r>
            <a:endParaRPr lang="en-US" sz="2000" b="1">
              <a:solidFill>
                <a:schemeClr val="accent1"/>
              </a:solidFill>
              <a:latin typeface="+mj-lt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>
                <a:latin typeface="+mj-lt"/>
              </a:rPr>
              <a:t>Data Security</a:t>
            </a:r>
            <a:endParaRPr lang="en-US" spc="0">
              <a:latin typeface="+mj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56"/>
          <a:stretch>
            <a:fillRect/>
          </a:stretch>
        </p:blipFill>
        <p:spPr>
          <a:xfrm>
            <a:off x="8123400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2" r="3422"/>
          <a:stretch>
            <a:fillRect/>
          </a:stretch>
        </p:blipFill>
        <p:spPr>
          <a:xfrm>
            <a:off x="693958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4" name="直接连接符 3"/>
          <p:cNvCxnSpPr/>
          <p:nvPr>
            <p:custDataLst>
              <p:tags r:id="rId6"/>
            </p:custDataLst>
          </p:nvPr>
        </p:nvCxnSpPr>
        <p:spPr>
          <a:xfrm flipV="1">
            <a:off x="713648" y="3490256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954373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Implement robust encryption and access controls to protect sensitive data.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954373" y="3405780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Secure Data Storage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 flipV="1">
            <a:off x="4428051" y="3490256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8" name="矩形 7"/>
          <p:cNvSpPr/>
          <p:nvPr>
            <p:custDataLst>
              <p:tags r:id="rId10"/>
            </p:custDataLst>
          </p:nvPr>
        </p:nvSpPr>
        <p:spPr>
          <a:xfrm>
            <a:off x="4668776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Regularly backup data to ensure business continuity in case of system failures.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1"/>
            </p:custDataLst>
          </p:nvPr>
        </p:nvSpPr>
        <p:spPr>
          <a:xfrm>
            <a:off x="4668776" y="3405780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Regular Data Backups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12"/>
            </p:custDataLst>
          </p:nvPr>
        </p:nvCxnSpPr>
        <p:spPr>
          <a:xfrm flipV="1">
            <a:off x="8124035" y="3475647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0" name="矩形 9"/>
          <p:cNvSpPr/>
          <p:nvPr>
            <p:custDataLst>
              <p:tags r:id="rId13"/>
            </p:custDataLst>
          </p:nvPr>
        </p:nvSpPr>
        <p:spPr>
          <a:xfrm>
            <a:off x="8364760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Establish user authentication and authorization policies to control data access.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4"/>
            </p:custDataLst>
          </p:nvPr>
        </p:nvSpPr>
        <p:spPr>
          <a:xfrm>
            <a:off x="8364760" y="3391171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User Access Management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pic>
        <p:nvPicPr>
          <p:cNvPr id="22" name="图片 21" descr="蓝色的高楼&#10;&#10;描述已自动生成"/>
          <p:cNvPicPr>
            <a:picLocks noChangeAspect="1"/>
          </p:cNvPicPr>
          <p:nvPr>
            <p:custDataLst>
              <p:tags r:id="rId15"/>
            </p:custDataLst>
          </p:nvPr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33" b="28068"/>
          <a:stretch>
            <a:fillRect/>
          </a:stretch>
        </p:blipFill>
        <p:spPr>
          <a:xfrm>
            <a:off x="4408996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</p:spTree>
    <p:custDataLst>
      <p:tags r:id="rId17"/>
    </p:custData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Data Analytics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Comprehensive Data Insights</a:t>
            </a:r>
            <a:endParaRPr lang="zh-CN" altLang="en-US"/>
          </a:p>
          <a:p>
            <a:pPr lvl="1"/>
            <a:r>
              <a:rPr lang="zh-CN" altLang="en-US"/>
              <a:t>Analyze key performance metrics to drive informed decision-making.</a:t>
            </a:r>
            <a:endParaRPr lang="zh-CN" altLang="en-US"/>
          </a:p>
          <a:p>
            <a:r>
              <a:rPr lang="zh-CN" altLang="en-US"/>
              <a:t>Predictive Modeling</a:t>
            </a:r>
            <a:endParaRPr lang="zh-CN" altLang="en-US"/>
          </a:p>
          <a:p>
            <a:pPr lvl="1"/>
            <a:r>
              <a:rPr lang="zh-CN" altLang="en-US"/>
              <a:t>Leverage predictive analytics to anticipate future trends and opportunities.</a:t>
            </a:r>
            <a:endParaRPr lang="zh-CN" altLang="en-US"/>
          </a:p>
          <a:p>
            <a:r>
              <a:rPr lang="zh-CN" altLang="en-US"/>
              <a:t>Data Visualization</a:t>
            </a:r>
            <a:endParaRPr lang="zh-CN" altLang="en-US"/>
          </a:p>
          <a:p>
            <a:pPr lvl="1"/>
            <a:r>
              <a:rPr lang="zh-CN" altLang="en-US"/>
              <a:t>Utilize interactive dashboards to present data in a clear, compelling manner.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05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 dirty="0"/>
              <a:t>Deployment and Implementation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>
                <a:latin typeface="+mj-lt"/>
              </a:rPr>
              <a:t>On-Premise Installation</a:t>
            </a:r>
            <a:endParaRPr lang="en-US" spc="0">
              <a:latin typeface="+mj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56"/>
          <a:stretch>
            <a:fillRect/>
          </a:stretch>
        </p:blipFill>
        <p:spPr>
          <a:xfrm>
            <a:off x="8123400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2" r="3422"/>
          <a:stretch>
            <a:fillRect/>
          </a:stretch>
        </p:blipFill>
        <p:spPr>
          <a:xfrm>
            <a:off x="693958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4" name="直接连接符 3"/>
          <p:cNvCxnSpPr/>
          <p:nvPr>
            <p:custDataLst>
              <p:tags r:id="rId6"/>
            </p:custDataLst>
          </p:nvPr>
        </p:nvCxnSpPr>
        <p:spPr>
          <a:xfrm flipV="1">
            <a:off x="713648" y="3490256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954373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Ensure a secure on-premises installation with comprehensive security measures.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954373" y="3405780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Secure On-Site Deployment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 flipV="1">
            <a:off x="4428051" y="3490256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8" name="矩形 7"/>
          <p:cNvSpPr/>
          <p:nvPr>
            <p:custDataLst>
              <p:tags r:id="rId10"/>
            </p:custDataLst>
          </p:nvPr>
        </p:nvSpPr>
        <p:spPr>
          <a:xfrm>
            <a:off x="4668776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Leverage a scalable infrastructure to accommodate growing business needs.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1"/>
            </p:custDataLst>
          </p:nvPr>
        </p:nvSpPr>
        <p:spPr>
          <a:xfrm>
            <a:off x="4668776" y="3405780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Scalable Infrastructure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12"/>
            </p:custDataLst>
          </p:nvPr>
        </p:nvCxnSpPr>
        <p:spPr>
          <a:xfrm flipV="1">
            <a:off x="8124035" y="3475647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0" name="矩形 9"/>
          <p:cNvSpPr/>
          <p:nvPr>
            <p:custDataLst>
              <p:tags r:id="rId13"/>
            </p:custDataLst>
          </p:nvPr>
        </p:nvSpPr>
        <p:spPr>
          <a:xfrm>
            <a:off x="8364760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Tailor the system configuration to meet specific organizational requirements.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4"/>
            </p:custDataLst>
          </p:nvPr>
        </p:nvSpPr>
        <p:spPr>
          <a:xfrm>
            <a:off x="8364760" y="3391171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Customized Configuration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pic>
        <p:nvPicPr>
          <p:cNvPr id="22" name="图片 21" descr="蓝色的高楼&#10;&#10;描述已自动生成"/>
          <p:cNvPicPr>
            <a:picLocks noChangeAspect="1"/>
          </p:cNvPicPr>
          <p:nvPr>
            <p:custDataLst>
              <p:tags r:id="rId15"/>
            </p:custDataLst>
          </p:nvPr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33" b="28068"/>
          <a:stretch>
            <a:fillRect/>
          </a:stretch>
        </p:blipFill>
        <p:spPr>
          <a:xfrm>
            <a:off x="4408996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</p:spTree>
    <p:custDataLst>
      <p:tags r:id="rId17"/>
    </p:custData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325" y="360000"/>
            <a:ext cx="6899793" cy="720000"/>
          </a:xfrm>
        </p:spPr>
        <p:txBody>
          <a:bodyPr wrap="square" lIns="0" tIns="0" rIns="0" bIns="0" anchor="ctr" anchorCtr="0">
            <a:normAutofit/>
          </a:bodyPr>
          <a:lstStyle/>
          <a:p>
            <a:r>
              <a:rPr lang="en-US" spc="0" dirty="0">
                <a:solidFill>
                  <a:schemeClr val="tx1"/>
                </a:solidFill>
                <a:latin typeface="+mj-lt"/>
              </a:rPr>
              <a:t>Cloud-Based Deployment</a:t>
            </a:r>
            <a:endParaRPr lang="en-US" spc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/>
          <a:srcRect l="1" t="2766" r="4541" b="9052"/>
          <a:stretch>
            <a:fillRect/>
          </a:stretch>
        </p:blipFill>
        <p:spPr>
          <a:xfrm>
            <a:off x="6718300" y="0"/>
            <a:ext cx="5473700" cy="6858000"/>
          </a:xfrm>
          <a:custGeom>
            <a:avLst/>
            <a:gdLst>
              <a:gd name="connsiteX0" fmla="*/ 1714500 w 5473700"/>
              <a:gd name="connsiteY0" fmla="*/ 0 h 6858000"/>
              <a:gd name="connsiteX1" fmla="*/ 5473700 w 5473700"/>
              <a:gd name="connsiteY1" fmla="*/ 0 h 6858000"/>
              <a:gd name="connsiteX2" fmla="*/ 5473700 w 5473700"/>
              <a:gd name="connsiteY2" fmla="*/ 6858000 h 6858000"/>
              <a:gd name="connsiteX3" fmla="*/ 0 w 54737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73700" h="6858000">
                <a:moveTo>
                  <a:pt x="1714500" y="0"/>
                </a:moveTo>
                <a:lnTo>
                  <a:pt x="5473700" y="0"/>
                </a:lnTo>
                <a:lnTo>
                  <a:pt x="5473700" y="6858000"/>
                </a:lnTo>
                <a:lnTo>
                  <a:pt x="0" y="6858000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1595050" y="1985908"/>
            <a:ext cx="4356396" cy="94353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Leverages cloud resources for flexible, on-demand scaling.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1594415" y="1523664"/>
            <a:ext cx="4356864" cy="46170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solidFill>
                  <a:schemeClr val="accent1"/>
                </a:solidFill>
                <a:latin typeface="+mj-lt"/>
              </a:rPr>
              <a:t>Scalable Infrastructure</a:t>
            </a:r>
            <a:endParaRPr lang="en-US" sz="2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695325" y="1590334"/>
            <a:ext cx="603654" cy="603654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1"/>
                </a:solidFill>
                <a:latin typeface="+mn-lt"/>
              </a:rPr>
              <a:t>01</a:t>
            </a:r>
            <a:endParaRPr lang="en-US" sz="20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9" name="矩形 8"/>
          <p:cNvSpPr/>
          <p:nvPr>
            <p:custDataLst>
              <p:tags r:id="rId7"/>
            </p:custDataLst>
          </p:nvPr>
        </p:nvSpPr>
        <p:spPr>
          <a:xfrm>
            <a:off x="1603304" y="3611382"/>
            <a:ext cx="4356397" cy="94353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Streamlines deployment through automated infrastructure setup.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1603304" y="3149773"/>
            <a:ext cx="4356864" cy="46170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solidFill>
                  <a:schemeClr val="accent1"/>
                </a:solidFill>
                <a:latin typeface="+mj-lt"/>
              </a:rPr>
              <a:t>Automated Provisioning</a:t>
            </a:r>
            <a:endParaRPr lang="en-US" sz="2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703579" y="3215808"/>
            <a:ext cx="603654" cy="603654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chemeClr val="accent1"/>
                </a:solidFill>
                <a:latin typeface="+mn-lt"/>
              </a:rPr>
              <a:t>02</a:t>
            </a:r>
            <a:endParaRPr lang="en-US" sz="2000" b="1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12" name="矩形 11"/>
          <p:cNvSpPr/>
          <p:nvPr>
            <p:custDataLst>
              <p:tags r:id="rId10"/>
            </p:custDataLst>
          </p:nvPr>
        </p:nvSpPr>
        <p:spPr>
          <a:xfrm>
            <a:off x="1594415" y="5234316"/>
            <a:ext cx="4356397" cy="94353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Cloud-based hosting minimizes IT overhead and maintenance.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3" name="矩形 12"/>
          <p:cNvSpPr/>
          <p:nvPr>
            <p:custDataLst>
              <p:tags r:id="rId11"/>
            </p:custDataLst>
          </p:nvPr>
        </p:nvSpPr>
        <p:spPr>
          <a:xfrm>
            <a:off x="1593780" y="4772072"/>
            <a:ext cx="4356864" cy="46170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solidFill>
                  <a:schemeClr val="accent1"/>
                </a:solidFill>
                <a:latin typeface="+mj-lt"/>
              </a:rPr>
              <a:t>Reduced Maintenance</a:t>
            </a:r>
            <a:endParaRPr lang="en-US" sz="2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" name="矩形 2"/>
          <p:cNvSpPr/>
          <p:nvPr>
            <p:custDataLst>
              <p:tags r:id="rId12"/>
            </p:custDataLst>
          </p:nvPr>
        </p:nvSpPr>
        <p:spPr>
          <a:xfrm>
            <a:off x="694690" y="4838742"/>
            <a:ext cx="603654" cy="603654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chemeClr val="accent1"/>
                </a:solidFill>
                <a:latin typeface="+mn-lt"/>
              </a:rPr>
              <a:t>03</a:t>
            </a:r>
            <a:endParaRPr lang="en-US" sz="2000" b="1">
              <a:solidFill>
                <a:schemeClr val="accent1"/>
              </a:solidFill>
              <a:latin typeface="+mn-ea"/>
            </a:endParaRPr>
          </a:p>
        </p:txBody>
      </p:sp>
    </p:spTree>
    <p:custDataLst>
      <p:tags r:id="rId13"/>
    </p:custData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913" y="159487"/>
            <a:ext cx="10799761" cy="1080000"/>
          </a:xfrm>
          <a:noFill/>
        </p:spPr>
        <p:txBody>
          <a:bodyPr wrap="square" lIns="0" tIns="0" rIns="0" bIns="0">
            <a:normAutofit/>
          </a:bodyPr>
          <a:lstStyle/>
          <a:p>
            <a:r>
              <a:rPr lang="en-US" sz="3600" spc="0" dirty="0">
                <a:solidFill>
                  <a:schemeClr val="tx1"/>
                </a:solidFill>
                <a:latin typeface="+mj-lt"/>
              </a:rPr>
              <a:t>Training and Support</a:t>
            </a:r>
            <a:endParaRPr lang="en-US" sz="3600" spc="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9" name="图片 28" descr="房间的摆设布局&#10;&#10;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34" t="39741" r="15357" b="7767"/>
          <a:stretch>
            <a:fillRect/>
          </a:stretch>
        </p:blipFill>
        <p:spPr>
          <a:xfrm>
            <a:off x="4191108" y="1767600"/>
            <a:ext cx="3809672" cy="2481508"/>
          </a:xfrm>
          <a:custGeom>
            <a:avLst/>
            <a:gdLst>
              <a:gd name="connsiteX0" fmla="*/ 0 w 3809719"/>
              <a:gd name="connsiteY0" fmla="*/ 0 h 2481538"/>
              <a:gd name="connsiteX1" fmla="*/ 3809719 w 3809719"/>
              <a:gd name="connsiteY1" fmla="*/ 0 h 2481538"/>
              <a:gd name="connsiteX2" fmla="*/ 3809719 w 3809719"/>
              <a:gd name="connsiteY2" fmla="*/ 2481538 h 2481538"/>
              <a:gd name="connsiteX3" fmla="*/ 0 w 3809719"/>
              <a:gd name="connsiteY3" fmla="*/ 2481538 h 2481538"/>
              <a:gd name="connsiteX4" fmla="*/ 0 w 3809719"/>
              <a:gd name="connsiteY4" fmla="*/ 0 h 248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9719" h="2481538">
                <a:moveTo>
                  <a:pt x="0" y="0"/>
                </a:moveTo>
                <a:lnTo>
                  <a:pt x="3809719" y="0"/>
                </a:lnTo>
                <a:lnTo>
                  <a:pt x="3809719" y="2481538"/>
                </a:lnTo>
                <a:lnTo>
                  <a:pt x="0" y="248153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7" name="图片 26" descr="房间里的沙发&#10;&#10;低可信度描述已自动生成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57" t="38666" r="2730" b="4992"/>
          <a:stretch>
            <a:fillRect/>
          </a:stretch>
        </p:blipFill>
        <p:spPr>
          <a:xfrm>
            <a:off x="159" y="1768870"/>
            <a:ext cx="4018866" cy="2481508"/>
          </a:xfrm>
          <a:custGeom>
            <a:avLst/>
            <a:gdLst>
              <a:gd name="connsiteX0" fmla="*/ 0 w 4018915"/>
              <a:gd name="connsiteY0" fmla="*/ 0 h 2481538"/>
              <a:gd name="connsiteX1" fmla="*/ 4018915 w 4018915"/>
              <a:gd name="connsiteY1" fmla="*/ 0 h 2481538"/>
              <a:gd name="connsiteX2" fmla="*/ 4018915 w 4018915"/>
              <a:gd name="connsiteY2" fmla="*/ 2481538 h 2481538"/>
              <a:gd name="connsiteX3" fmla="*/ 0 w 4018915"/>
              <a:gd name="connsiteY3" fmla="*/ 2481538 h 2481538"/>
              <a:gd name="connsiteX4" fmla="*/ 0 w 4018915"/>
              <a:gd name="connsiteY4" fmla="*/ 0 h 2481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18915" h="2481538">
                <a:moveTo>
                  <a:pt x="0" y="0"/>
                </a:moveTo>
                <a:lnTo>
                  <a:pt x="4018915" y="0"/>
                </a:lnTo>
                <a:lnTo>
                  <a:pt x="4018915" y="2481538"/>
                </a:lnTo>
                <a:lnTo>
                  <a:pt x="0" y="248153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7" name="图片 16" descr="VCG41N136127408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50000" t="33416" r="1971" b="12663"/>
          <a:stretch>
            <a:fillRect/>
          </a:stretch>
        </p:blipFill>
        <p:spPr>
          <a:xfrm>
            <a:off x="8173144" y="1767600"/>
            <a:ext cx="3314838" cy="2480370"/>
          </a:xfrm>
          <a:custGeom>
            <a:avLst/>
            <a:gdLst>
              <a:gd name="connsiteX0" fmla="*/ 0 w 3289300"/>
              <a:gd name="connsiteY0" fmla="*/ 0 h 2461260"/>
              <a:gd name="connsiteX1" fmla="*/ 2058670 w 3289300"/>
              <a:gd name="connsiteY1" fmla="*/ 0 h 2461260"/>
              <a:gd name="connsiteX2" fmla="*/ 3289300 w 3289300"/>
              <a:gd name="connsiteY2" fmla="*/ 1230630 h 2461260"/>
              <a:gd name="connsiteX3" fmla="*/ 2058670 w 3289300"/>
              <a:gd name="connsiteY3" fmla="*/ 2461260 h 2461260"/>
              <a:gd name="connsiteX4" fmla="*/ 0 w 3289300"/>
              <a:gd name="connsiteY4" fmla="*/ 2461260 h 2461260"/>
              <a:gd name="connsiteX5" fmla="*/ 0 w 3289300"/>
              <a:gd name="connsiteY5" fmla="*/ 0 h 2461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89300" h="2461260">
                <a:moveTo>
                  <a:pt x="0" y="0"/>
                </a:moveTo>
                <a:lnTo>
                  <a:pt x="2058670" y="0"/>
                </a:lnTo>
                <a:cubicBezTo>
                  <a:pt x="2738328" y="0"/>
                  <a:pt x="3289300" y="550972"/>
                  <a:pt x="3289300" y="1230630"/>
                </a:cubicBezTo>
                <a:cubicBezTo>
                  <a:pt x="3289300" y="1910288"/>
                  <a:pt x="2738328" y="2461260"/>
                  <a:pt x="2058670" y="2461260"/>
                </a:cubicBezTo>
                <a:lnTo>
                  <a:pt x="0" y="246126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1422542" y="522513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fontScale="90000" lnSpcReduction="20000"/>
          </a:bodyPr>
          <a:lstStyle>
            <a:defPPr>
              <a:defRPr lang="en-US">
                <a:latin typeface="+mn-lt"/>
              </a:defRPr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Provide in-depth training on system usage and administration.</a:t>
            </a:r>
            <a:endParaRPr 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9"/>
            </p:custDataLst>
          </p:nvPr>
        </p:nvSpPr>
        <p:spPr>
          <a:xfrm>
            <a:off x="1422542" y="477682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fontScale="80000"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accent5"/>
                </a:solidFill>
                <a:latin typeface="+mj-lt"/>
              </a:rPr>
              <a:t>Comprehensive Training</a:t>
            </a:r>
            <a:endParaRPr lang="en-US" b="1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33" name="文本框 32"/>
          <p:cNvSpPr txBox="1"/>
          <p:nvPr>
            <p:custDataLst>
              <p:tags r:id="rId10"/>
            </p:custDataLst>
          </p:nvPr>
        </p:nvSpPr>
        <p:spPr>
          <a:xfrm>
            <a:off x="4968973" y="522513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fontScale="90000" lnSpcReduction="20000"/>
          </a:bodyPr>
          <a:lstStyle>
            <a:defPPr>
              <a:defRPr lang="en-US">
                <a:latin typeface="+mn-lt"/>
              </a:defRPr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Offer ongoing technical support to ensure smooth operations.</a:t>
            </a:r>
            <a:endParaRPr 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11"/>
            </p:custDataLst>
          </p:nvPr>
        </p:nvSpPr>
        <p:spPr>
          <a:xfrm>
            <a:off x="4968973" y="477682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chemeClr val="accent5"/>
                </a:solidFill>
                <a:latin typeface="+mj-lt"/>
              </a:rPr>
              <a:t>Dedicated Support</a:t>
            </a:r>
            <a:endParaRPr lang="en-US" sz="1400" b="1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37" name="椭圆 36"/>
          <p:cNvSpPr/>
          <p:nvPr>
            <p:custDataLst>
              <p:tags r:id="rId12"/>
            </p:custDataLst>
          </p:nvPr>
        </p:nvSpPr>
        <p:spPr>
          <a:xfrm>
            <a:off x="5675085" y="3822435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5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  <a:latin typeface="+mn-lt"/>
              </a:rPr>
              <a:t>02</a:t>
            </a:r>
            <a:endParaRPr lang="en-US" sz="2400" b="1" dirty="0">
              <a:solidFill>
                <a:schemeClr val="accent5"/>
              </a:solidFill>
              <a:latin typeface="+mn-ea"/>
            </a:endParaRPr>
          </a:p>
        </p:txBody>
      </p:sp>
      <p:sp>
        <p:nvSpPr>
          <p:cNvPr id="41" name="椭圆 40"/>
          <p:cNvSpPr/>
          <p:nvPr>
            <p:custDataLst>
              <p:tags r:id="rId13"/>
            </p:custDataLst>
          </p:nvPr>
        </p:nvSpPr>
        <p:spPr>
          <a:xfrm>
            <a:off x="2128653" y="3824340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5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  <a:latin typeface="+mn-lt"/>
              </a:rPr>
              <a:t>01</a:t>
            </a:r>
            <a:endParaRPr lang="en-US" sz="2400" b="1" dirty="0">
              <a:solidFill>
                <a:schemeClr val="accent5"/>
              </a:solidFill>
              <a:latin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14"/>
            </p:custDataLst>
          </p:nvPr>
        </p:nvSpPr>
        <p:spPr>
          <a:xfrm>
            <a:off x="8515405" y="5225133"/>
            <a:ext cx="2261912" cy="713479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fontScale="90000" lnSpcReduction="20000"/>
          </a:bodyPr>
          <a:lstStyle>
            <a:defPPr>
              <a:defRPr lang="en-US">
                <a:latin typeface="+mn-lt"/>
              </a:defRPr>
            </a:defPPr>
            <a:lvl1pPr algn="just">
              <a:defRPr sz="1400" spc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Gather feedback and implement enhancements to the system.</a:t>
            </a:r>
            <a:endParaRPr lang="en-US" sz="16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15"/>
            </p:custDataLst>
          </p:nvPr>
        </p:nvSpPr>
        <p:spPr>
          <a:xfrm>
            <a:off x="8515405" y="4776828"/>
            <a:ext cx="2261912" cy="356046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fontScale="80000"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chemeClr val="accent5"/>
                </a:solidFill>
                <a:latin typeface="+mj-lt"/>
              </a:rPr>
              <a:t>Continuous Improvement</a:t>
            </a:r>
            <a:endParaRPr lang="en-US" b="1" dirty="0">
              <a:solidFill>
                <a:schemeClr val="accent5"/>
              </a:solidFill>
              <a:latin typeface="+mj-lt"/>
            </a:endParaRPr>
          </a:p>
        </p:txBody>
      </p:sp>
      <p:sp>
        <p:nvSpPr>
          <p:cNvPr id="13" name="椭圆 12"/>
          <p:cNvSpPr/>
          <p:nvPr>
            <p:custDataLst>
              <p:tags r:id="rId16"/>
            </p:custDataLst>
          </p:nvPr>
        </p:nvSpPr>
        <p:spPr>
          <a:xfrm>
            <a:off x="9221516" y="3822435"/>
            <a:ext cx="849974" cy="84997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>
            <a:outerShdw blurRad="63500" dist="38100" dir="2700000" algn="tl" rotWithShape="0">
              <a:schemeClr val="accent5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  <a:latin typeface="+mn-lt"/>
              </a:rPr>
              <a:t>03</a:t>
            </a:r>
            <a:endParaRPr lang="en-US" sz="2400" b="1" dirty="0">
              <a:solidFill>
                <a:schemeClr val="accent5"/>
              </a:solidFill>
              <a:latin typeface="+mn-ea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06</a:t>
            </a:r>
            <a:endParaRPr 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 dirty="0"/>
              <a:t>Future Roadmap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: 形状 17"/>
          <p:cNvSpPr/>
          <p:nvPr>
            <p:custDataLst>
              <p:tags r:id="rId1"/>
            </p:custDataLst>
          </p:nvPr>
        </p:nvSpPr>
        <p:spPr>
          <a:xfrm rot="21342100">
            <a:off x="7469116" y="1289275"/>
            <a:ext cx="3626875" cy="4563048"/>
          </a:xfrm>
          <a:custGeom>
            <a:avLst/>
            <a:gdLst>
              <a:gd name="connsiteX0" fmla="*/ 51465 w 3626875"/>
              <a:gd name="connsiteY0" fmla="*/ 0 h 4563048"/>
              <a:gd name="connsiteX1" fmla="*/ 3575410 w 3626875"/>
              <a:gd name="connsiteY1" fmla="*/ 0 h 4563048"/>
              <a:gd name="connsiteX2" fmla="*/ 3626875 w 3626875"/>
              <a:gd name="connsiteY2" fmla="*/ 51465 h 4563048"/>
              <a:gd name="connsiteX3" fmla="*/ 3626875 w 3626875"/>
              <a:gd name="connsiteY3" fmla="*/ 4511583 h 4563048"/>
              <a:gd name="connsiteX4" fmla="*/ 3575410 w 3626875"/>
              <a:gd name="connsiteY4" fmla="*/ 4563048 h 4563048"/>
              <a:gd name="connsiteX5" fmla="*/ 51465 w 3626875"/>
              <a:gd name="connsiteY5" fmla="*/ 4563048 h 4563048"/>
              <a:gd name="connsiteX6" fmla="*/ 0 w 3626875"/>
              <a:gd name="connsiteY6" fmla="*/ 4511583 h 4563048"/>
              <a:gd name="connsiteX7" fmla="*/ 0 w 3626875"/>
              <a:gd name="connsiteY7" fmla="*/ 51465 h 4563048"/>
              <a:gd name="connsiteX8" fmla="*/ 51465 w 3626875"/>
              <a:gd name="connsiteY8" fmla="*/ 0 h 4563048"/>
              <a:gd name="connsiteX9" fmla="*/ 273025 w 3626875"/>
              <a:gd name="connsiteY9" fmla="*/ 339208 h 4563048"/>
              <a:gd name="connsiteX10" fmla="*/ 273025 w 3626875"/>
              <a:gd name="connsiteY10" fmla="*/ 3588875 h 4563048"/>
              <a:gd name="connsiteX11" fmla="*/ 3353850 w 3626875"/>
              <a:gd name="connsiteY11" fmla="*/ 3588875 h 4563048"/>
              <a:gd name="connsiteX12" fmla="*/ 3353850 w 3626875"/>
              <a:gd name="connsiteY12" fmla="*/ 339208 h 4563048"/>
              <a:gd name="connsiteX13" fmla="*/ 273025 w 3626875"/>
              <a:gd name="connsiteY13" fmla="*/ 339208 h 4563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26875" h="4563048">
                <a:moveTo>
                  <a:pt x="51465" y="0"/>
                </a:moveTo>
                <a:lnTo>
                  <a:pt x="3575410" y="0"/>
                </a:lnTo>
                <a:cubicBezTo>
                  <a:pt x="3603833" y="0"/>
                  <a:pt x="3626875" y="23042"/>
                  <a:pt x="3626875" y="51465"/>
                </a:cubicBezTo>
                <a:lnTo>
                  <a:pt x="3626875" y="4511583"/>
                </a:lnTo>
                <a:cubicBezTo>
                  <a:pt x="3626875" y="4540006"/>
                  <a:pt x="3603833" y="4563048"/>
                  <a:pt x="3575410" y="4563048"/>
                </a:cubicBezTo>
                <a:lnTo>
                  <a:pt x="51465" y="4563048"/>
                </a:lnTo>
                <a:cubicBezTo>
                  <a:pt x="23042" y="4563048"/>
                  <a:pt x="0" y="4540006"/>
                  <a:pt x="0" y="4511583"/>
                </a:cubicBezTo>
                <a:lnTo>
                  <a:pt x="0" y="51465"/>
                </a:lnTo>
                <a:cubicBezTo>
                  <a:pt x="0" y="23042"/>
                  <a:pt x="23042" y="0"/>
                  <a:pt x="51465" y="0"/>
                </a:cubicBezTo>
                <a:close/>
                <a:moveTo>
                  <a:pt x="273025" y="339208"/>
                </a:moveTo>
                <a:lnTo>
                  <a:pt x="273025" y="3588875"/>
                </a:lnTo>
                <a:lnTo>
                  <a:pt x="3353850" y="3588875"/>
                </a:lnTo>
                <a:lnTo>
                  <a:pt x="3353850" y="339208"/>
                </a:lnTo>
                <a:lnTo>
                  <a:pt x="273025" y="339208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>
            <a:noFill/>
          </a:ln>
          <a:effectLst>
            <a:outerShdw blurRad="1524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图片 16" descr="C:\Projects\Vomo\Portofolio\slide2.pngslide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27883" r="27883"/>
          <a:stretch>
            <a:fillRect/>
          </a:stretch>
        </p:blipFill>
        <p:spPr>
          <a:xfrm rot="157750">
            <a:off x="7545194" y="1431901"/>
            <a:ext cx="3474720" cy="4417255"/>
          </a:xfrm>
          <a:custGeom>
            <a:avLst/>
            <a:gdLst>
              <a:gd name="connsiteX0" fmla="*/ 0 w 3474720"/>
              <a:gd name="connsiteY0" fmla="*/ 0 h 4417255"/>
              <a:gd name="connsiteX1" fmla="*/ 3474720 w 3474720"/>
              <a:gd name="connsiteY1" fmla="*/ 0 h 4417255"/>
              <a:gd name="connsiteX2" fmla="*/ 3474720 w 3474720"/>
              <a:gd name="connsiteY2" fmla="*/ 4417255 h 4417255"/>
              <a:gd name="connsiteX3" fmla="*/ 0 w 3474720"/>
              <a:gd name="connsiteY3" fmla="*/ 4417255 h 4417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74720" h="4417255">
                <a:moveTo>
                  <a:pt x="0" y="0"/>
                </a:moveTo>
                <a:lnTo>
                  <a:pt x="3474720" y="0"/>
                </a:lnTo>
                <a:lnTo>
                  <a:pt x="3474720" y="4417255"/>
                </a:lnTo>
                <a:lnTo>
                  <a:pt x="0" y="4417255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1103312" y="1165300"/>
            <a:ext cx="5325479" cy="1223570"/>
          </a:xfrm>
        </p:spPr>
        <p:txBody>
          <a:bodyPr wrap="square" lIns="0" tIns="0" rIns="0" bIns="0" anchor="b" anchorCtr="0">
            <a:normAutofit/>
          </a:bodyPr>
          <a:lstStyle/>
          <a:p>
            <a:pPr algn="l"/>
            <a:r>
              <a:rPr lang="en-US" spc="0" dirty="0">
                <a:latin typeface="+mj-lt"/>
              </a:rPr>
              <a:t>Upcoming Features</a:t>
            </a:r>
            <a:endParaRPr lang="en-US" spc="0" dirty="0">
              <a:latin typeface="+mj-lt"/>
            </a:endParaRPr>
          </a:p>
        </p:txBody>
      </p:sp>
      <p:sp>
        <p:nvSpPr>
          <p:cNvPr id="7" name="任意多边形: 形状 6"/>
          <p:cNvSpPr/>
          <p:nvPr>
            <p:custDataLst>
              <p:tags r:id="rId5"/>
            </p:custDataLst>
          </p:nvPr>
        </p:nvSpPr>
        <p:spPr>
          <a:xfrm rot="157750">
            <a:off x="7469117" y="1359003"/>
            <a:ext cx="3626875" cy="4563048"/>
          </a:xfrm>
          <a:custGeom>
            <a:avLst/>
            <a:gdLst>
              <a:gd name="connsiteX0" fmla="*/ 51465 w 3626875"/>
              <a:gd name="connsiteY0" fmla="*/ 0 h 4563048"/>
              <a:gd name="connsiteX1" fmla="*/ 3575410 w 3626875"/>
              <a:gd name="connsiteY1" fmla="*/ 0 h 4563048"/>
              <a:gd name="connsiteX2" fmla="*/ 3626875 w 3626875"/>
              <a:gd name="connsiteY2" fmla="*/ 51465 h 4563048"/>
              <a:gd name="connsiteX3" fmla="*/ 3626875 w 3626875"/>
              <a:gd name="connsiteY3" fmla="*/ 4511583 h 4563048"/>
              <a:gd name="connsiteX4" fmla="*/ 3575410 w 3626875"/>
              <a:gd name="connsiteY4" fmla="*/ 4563048 h 4563048"/>
              <a:gd name="connsiteX5" fmla="*/ 51465 w 3626875"/>
              <a:gd name="connsiteY5" fmla="*/ 4563048 h 4563048"/>
              <a:gd name="connsiteX6" fmla="*/ 0 w 3626875"/>
              <a:gd name="connsiteY6" fmla="*/ 4511583 h 4563048"/>
              <a:gd name="connsiteX7" fmla="*/ 0 w 3626875"/>
              <a:gd name="connsiteY7" fmla="*/ 51465 h 4563048"/>
              <a:gd name="connsiteX8" fmla="*/ 51465 w 3626875"/>
              <a:gd name="connsiteY8" fmla="*/ 0 h 4563048"/>
              <a:gd name="connsiteX9" fmla="*/ 273025 w 3626875"/>
              <a:gd name="connsiteY9" fmla="*/ 339208 h 4563048"/>
              <a:gd name="connsiteX10" fmla="*/ 273025 w 3626875"/>
              <a:gd name="connsiteY10" fmla="*/ 3588875 h 4563048"/>
              <a:gd name="connsiteX11" fmla="*/ 3353850 w 3626875"/>
              <a:gd name="connsiteY11" fmla="*/ 3588875 h 4563048"/>
              <a:gd name="connsiteX12" fmla="*/ 3353850 w 3626875"/>
              <a:gd name="connsiteY12" fmla="*/ 339208 h 4563048"/>
              <a:gd name="connsiteX13" fmla="*/ 273025 w 3626875"/>
              <a:gd name="connsiteY13" fmla="*/ 339208 h 4563048"/>
              <a:gd name="connsiteX0-1" fmla="*/ 51465 w 3626875"/>
              <a:gd name="connsiteY0-2" fmla="*/ 0 h 4563048"/>
              <a:gd name="connsiteX1-3" fmla="*/ 3575410 w 3626875"/>
              <a:gd name="connsiteY1-4" fmla="*/ 0 h 4563048"/>
              <a:gd name="connsiteX2-5" fmla="*/ 3626875 w 3626875"/>
              <a:gd name="connsiteY2-6" fmla="*/ 51465 h 4563048"/>
              <a:gd name="connsiteX3-7" fmla="*/ 3626875 w 3626875"/>
              <a:gd name="connsiteY3-8" fmla="*/ 4511583 h 4563048"/>
              <a:gd name="connsiteX4-9" fmla="*/ 3575410 w 3626875"/>
              <a:gd name="connsiteY4-10" fmla="*/ 4563048 h 4563048"/>
              <a:gd name="connsiteX5-11" fmla="*/ 51465 w 3626875"/>
              <a:gd name="connsiteY5-12" fmla="*/ 4563048 h 4563048"/>
              <a:gd name="connsiteX6-13" fmla="*/ 0 w 3626875"/>
              <a:gd name="connsiteY6-14" fmla="*/ 4511583 h 4563048"/>
              <a:gd name="connsiteX7-15" fmla="*/ 0 w 3626875"/>
              <a:gd name="connsiteY7-16" fmla="*/ 51465 h 4563048"/>
              <a:gd name="connsiteX8-17" fmla="*/ 51465 w 3626875"/>
              <a:gd name="connsiteY8-18" fmla="*/ 0 h 4563048"/>
              <a:gd name="connsiteX9-19" fmla="*/ 273025 w 3626875"/>
              <a:gd name="connsiteY9-20" fmla="*/ 339208 h 4563048"/>
              <a:gd name="connsiteX10-21" fmla="*/ 273240 w 3626875"/>
              <a:gd name="connsiteY10-22" fmla="*/ 4053589 h 4563048"/>
              <a:gd name="connsiteX11-23" fmla="*/ 3353850 w 3626875"/>
              <a:gd name="connsiteY11-24" fmla="*/ 3588875 h 4563048"/>
              <a:gd name="connsiteX12-25" fmla="*/ 3353850 w 3626875"/>
              <a:gd name="connsiteY12-26" fmla="*/ 339208 h 4563048"/>
              <a:gd name="connsiteX13-27" fmla="*/ 273025 w 3626875"/>
              <a:gd name="connsiteY13-28" fmla="*/ 339208 h 4563048"/>
              <a:gd name="connsiteX0-29" fmla="*/ 51465 w 3626875"/>
              <a:gd name="connsiteY0-30" fmla="*/ 0 h 4563048"/>
              <a:gd name="connsiteX1-31" fmla="*/ 3575410 w 3626875"/>
              <a:gd name="connsiteY1-32" fmla="*/ 0 h 4563048"/>
              <a:gd name="connsiteX2-33" fmla="*/ 3626875 w 3626875"/>
              <a:gd name="connsiteY2-34" fmla="*/ 51465 h 4563048"/>
              <a:gd name="connsiteX3-35" fmla="*/ 3626875 w 3626875"/>
              <a:gd name="connsiteY3-36" fmla="*/ 4511583 h 4563048"/>
              <a:gd name="connsiteX4-37" fmla="*/ 3575410 w 3626875"/>
              <a:gd name="connsiteY4-38" fmla="*/ 4563048 h 4563048"/>
              <a:gd name="connsiteX5-39" fmla="*/ 51465 w 3626875"/>
              <a:gd name="connsiteY5-40" fmla="*/ 4563048 h 4563048"/>
              <a:gd name="connsiteX6-41" fmla="*/ 0 w 3626875"/>
              <a:gd name="connsiteY6-42" fmla="*/ 4511583 h 4563048"/>
              <a:gd name="connsiteX7-43" fmla="*/ 0 w 3626875"/>
              <a:gd name="connsiteY7-44" fmla="*/ 51465 h 4563048"/>
              <a:gd name="connsiteX8-45" fmla="*/ 51465 w 3626875"/>
              <a:gd name="connsiteY8-46" fmla="*/ 0 h 4563048"/>
              <a:gd name="connsiteX9-47" fmla="*/ 273025 w 3626875"/>
              <a:gd name="connsiteY9-48" fmla="*/ 339208 h 4563048"/>
              <a:gd name="connsiteX10-49" fmla="*/ 274782 w 3626875"/>
              <a:gd name="connsiteY10-50" fmla="*/ 3933816 h 4563048"/>
              <a:gd name="connsiteX11-51" fmla="*/ 3353850 w 3626875"/>
              <a:gd name="connsiteY11-52" fmla="*/ 3588875 h 4563048"/>
              <a:gd name="connsiteX12-53" fmla="*/ 3353850 w 3626875"/>
              <a:gd name="connsiteY12-54" fmla="*/ 339208 h 4563048"/>
              <a:gd name="connsiteX13-55" fmla="*/ 273025 w 3626875"/>
              <a:gd name="connsiteY13-56" fmla="*/ 339208 h 4563048"/>
              <a:gd name="connsiteX0-57" fmla="*/ 51465 w 3626875"/>
              <a:gd name="connsiteY0-58" fmla="*/ 0 h 4563048"/>
              <a:gd name="connsiteX1-59" fmla="*/ 3575410 w 3626875"/>
              <a:gd name="connsiteY1-60" fmla="*/ 0 h 4563048"/>
              <a:gd name="connsiteX2-61" fmla="*/ 3626875 w 3626875"/>
              <a:gd name="connsiteY2-62" fmla="*/ 51465 h 4563048"/>
              <a:gd name="connsiteX3-63" fmla="*/ 3626875 w 3626875"/>
              <a:gd name="connsiteY3-64" fmla="*/ 4511583 h 4563048"/>
              <a:gd name="connsiteX4-65" fmla="*/ 3575410 w 3626875"/>
              <a:gd name="connsiteY4-66" fmla="*/ 4563048 h 4563048"/>
              <a:gd name="connsiteX5-67" fmla="*/ 51465 w 3626875"/>
              <a:gd name="connsiteY5-68" fmla="*/ 4563048 h 4563048"/>
              <a:gd name="connsiteX6-69" fmla="*/ 0 w 3626875"/>
              <a:gd name="connsiteY6-70" fmla="*/ 4511583 h 4563048"/>
              <a:gd name="connsiteX7-71" fmla="*/ 0 w 3626875"/>
              <a:gd name="connsiteY7-72" fmla="*/ 51465 h 4563048"/>
              <a:gd name="connsiteX8-73" fmla="*/ 51465 w 3626875"/>
              <a:gd name="connsiteY8-74" fmla="*/ 0 h 4563048"/>
              <a:gd name="connsiteX9-75" fmla="*/ 273025 w 3626875"/>
              <a:gd name="connsiteY9-76" fmla="*/ 339208 h 4563048"/>
              <a:gd name="connsiteX10-77" fmla="*/ 274782 w 3626875"/>
              <a:gd name="connsiteY10-78" fmla="*/ 3933816 h 4563048"/>
              <a:gd name="connsiteX11-79" fmla="*/ 3356577 w 3626875"/>
              <a:gd name="connsiteY11-80" fmla="*/ 3954896 h 4563048"/>
              <a:gd name="connsiteX12-81" fmla="*/ 3353850 w 3626875"/>
              <a:gd name="connsiteY12-82" fmla="*/ 339208 h 4563048"/>
              <a:gd name="connsiteX13-83" fmla="*/ 273025 w 3626875"/>
              <a:gd name="connsiteY13-84" fmla="*/ 339208 h 4563048"/>
              <a:gd name="connsiteX0-85" fmla="*/ 51465 w 3626875"/>
              <a:gd name="connsiteY0-86" fmla="*/ 0 h 4563048"/>
              <a:gd name="connsiteX1-87" fmla="*/ 3575410 w 3626875"/>
              <a:gd name="connsiteY1-88" fmla="*/ 0 h 4563048"/>
              <a:gd name="connsiteX2-89" fmla="*/ 3626875 w 3626875"/>
              <a:gd name="connsiteY2-90" fmla="*/ 51465 h 4563048"/>
              <a:gd name="connsiteX3-91" fmla="*/ 3626875 w 3626875"/>
              <a:gd name="connsiteY3-92" fmla="*/ 4511583 h 4563048"/>
              <a:gd name="connsiteX4-93" fmla="*/ 3575410 w 3626875"/>
              <a:gd name="connsiteY4-94" fmla="*/ 4563048 h 4563048"/>
              <a:gd name="connsiteX5-95" fmla="*/ 51465 w 3626875"/>
              <a:gd name="connsiteY5-96" fmla="*/ 4563048 h 4563048"/>
              <a:gd name="connsiteX6-97" fmla="*/ 0 w 3626875"/>
              <a:gd name="connsiteY6-98" fmla="*/ 4511583 h 4563048"/>
              <a:gd name="connsiteX7-99" fmla="*/ 0 w 3626875"/>
              <a:gd name="connsiteY7-100" fmla="*/ 51465 h 4563048"/>
              <a:gd name="connsiteX8-101" fmla="*/ 51465 w 3626875"/>
              <a:gd name="connsiteY8-102" fmla="*/ 0 h 4563048"/>
              <a:gd name="connsiteX9-103" fmla="*/ 275535 w 3626875"/>
              <a:gd name="connsiteY9-104" fmla="*/ 240515 h 4563048"/>
              <a:gd name="connsiteX10-105" fmla="*/ 274782 w 3626875"/>
              <a:gd name="connsiteY10-106" fmla="*/ 3933816 h 4563048"/>
              <a:gd name="connsiteX11-107" fmla="*/ 3356577 w 3626875"/>
              <a:gd name="connsiteY11-108" fmla="*/ 3954896 h 4563048"/>
              <a:gd name="connsiteX12-109" fmla="*/ 3353850 w 3626875"/>
              <a:gd name="connsiteY12-110" fmla="*/ 339208 h 4563048"/>
              <a:gd name="connsiteX13-111" fmla="*/ 275535 w 3626875"/>
              <a:gd name="connsiteY13-112" fmla="*/ 240515 h 4563048"/>
              <a:gd name="connsiteX0-113" fmla="*/ 51465 w 3626875"/>
              <a:gd name="connsiteY0-114" fmla="*/ 0 h 4563048"/>
              <a:gd name="connsiteX1-115" fmla="*/ 3575410 w 3626875"/>
              <a:gd name="connsiteY1-116" fmla="*/ 0 h 4563048"/>
              <a:gd name="connsiteX2-117" fmla="*/ 3626875 w 3626875"/>
              <a:gd name="connsiteY2-118" fmla="*/ 51465 h 4563048"/>
              <a:gd name="connsiteX3-119" fmla="*/ 3626875 w 3626875"/>
              <a:gd name="connsiteY3-120" fmla="*/ 4511583 h 4563048"/>
              <a:gd name="connsiteX4-121" fmla="*/ 3575410 w 3626875"/>
              <a:gd name="connsiteY4-122" fmla="*/ 4563048 h 4563048"/>
              <a:gd name="connsiteX5-123" fmla="*/ 51465 w 3626875"/>
              <a:gd name="connsiteY5-124" fmla="*/ 4563048 h 4563048"/>
              <a:gd name="connsiteX6-125" fmla="*/ 0 w 3626875"/>
              <a:gd name="connsiteY6-126" fmla="*/ 4511583 h 4563048"/>
              <a:gd name="connsiteX7-127" fmla="*/ 0 w 3626875"/>
              <a:gd name="connsiteY7-128" fmla="*/ 51465 h 4563048"/>
              <a:gd name="connsiteX8-129" fmla="*/ 51465 w 3626875"/>
              <a:gd name="connsiteY8-130" fmla="*/ 0 h 4563048"/>
              <a:gd name="connsiteX9-131" fmla="*/ 275535 w 3626875"/>
              <a:gd name="connsiteY9-132" fmla="*/ 240515 h 4563048"/>
              <a:gd name="connsiteX10-133" fmla="*/ 274782 w 3626875"/>
              <a:gd name="connsiteY10-134" fmla="*/ 3933816 h 4563048"/>
              <a:gd name="connsiteX11-135" fmla="*/ 3356577 w 3626875"/>
              <a:gd name="connsiteY11-136" fmla="*/ 3954896 h 4563048"/>
              <a:gd name="connsiteX12-137" fmla="*/ 3349333 w 3626875"/>
              <a:gd name="connsiteY12-138" fmla="*/ 240838 h 4563048"/>
              <a:gd name="connsiteX13-139" fmla="*/ 275535 w 3626875"/>
              <a:gd name="connsiteY13-140" fmla="*/ 240515 h 4563048"/>
              <a:gd name="connsiteX0-141" fmla="*/ 51465 w 3626875"/>
              <a:gd name="connsiteY0-142" fmla="*/ 0 h 4563048"/>
              <a:gd name="connsiteX1-143" fmla="*/ 3575410 w 3626875"/>
              <a:gd name="connsiteY1-144" fmla="*/ 0 h 4563048"/>
              <a:gd name="connsiteX2-145" fmla="*/ 3626875 w 3626875"/>
              <a:gd name="connsiteY2-146" fmla="*/ 51465 h 4563048"/>
              <a:gd name="connsiteX3-147" fmla="*/ 3626875 w 3626875"/>
              <a:gd name="connsiteY3-148" fmla="*/ 4511583 h 4563048"/>
              <a:gd name="connsiteX4-149" fmla="*/ 3575410 w 3626875"/>
              <a:gd name="connsiteY4-150" fmla="*/ 4563048 h 4563048"/>
              <a:gd name="connsiteX5-151" fmla="*/ 51465 w 3626875"/>
              <a:gd name="connsiteY5-152" fmla="*/ 4563048 h 4563048"/>
              <a:gd name="connsiteX6-153" fmla="*/ 0 w 3626875"/>
              <a:gd name="connsiteY6-154" fmla="*/ 4511583 h 4563048"/>
              <a:gd name="connsiteX7-155" fmla="*/ 0 w 3626875"/>
              <a:gd name="connsiteY7-156" fmla="*/ 51465 h 4563048"/>
              <a:gd name="connsiteX8-157" fmla="*/ 51465 w 3626875"/>
              <a:gd name="connsiteY8-158" fmla="*/ 0 h 4563048"/>
              <a:gd name="connsiteX9-159" fmla="*/ 275535 w 3626875"/>
              <a:gd name="connsiteY9-160" fmla="*/ 240515 h 4563048"/>
              <a:gd name="connsiteX10-161" fmla="*/ 274782 w 3626875"/>
              <a:gd name="connsiteY10-162" fmla="*/ 3933816 h 4563048"/>
              <a:gd name="connsiteX11-163" fmla="*/ 3356577 w 3626875"/>
              <a:gd name="connsiteY11-164" fmla="*/ 3954896 h 4563048"/>
              <a:gd name="connsiteX12-165" fmla="*/ 3351269 w 3626875"/>
              <a:gd name="connsiteY12-166" fmla="*/ 282996 h 4563048"/>
              <a:gd name="connsiteX13-167" fmla="*/ 275535 w 3626875"/>
              <a:gd name="connsiteY13-168" fmla="*/ 240515 h 4563048"/>
              <a:gd name="connsiteX0-169" fmla="*/ 51465 w 3626875"/>
              <a:gd name="connsiteY0-170" fmla="*/ 0 h 4563048"/>
              <a:gd name="connsiteX1-171" fmla="*/ 3575410 w 3626875"/>
              <a:gd name="connsiteY1-172" fmla="*/ 0 h 4563048"/>
              <a:gd name="connsiteX2-173" fmla="*/ 3626875 w 3626875"/>
              <a:gd name="connsiteY2-174" fmla="*/ 51465 h 4563048"/>
              <a:gd name="connsiteX3-175" fmla="*/ 3626875 w 3626875"/>
              <a:gd name="connsiteY3-176" fmla="*/ 4511583 h 4563048"/>
              <a:gd name="connsiteX4-177" fmla="*/ 3575410 w 3626875"/>
              <a:gd name="connsiteY4-178" fmla="*/ 4563048 h 4563048"/>
              <a:gd name="connsiteX5-179" fmla="*/ 51465 w 3626875"/>
              <a:gd name="connsiteY5-180" fmla="*/ 4563048 h 4563048"/>
              <a:gd name="connsiteX6-181" fmla="*/ 0 w 3626875"/>
              <a:gd name="connsiteY6-182" fmla="*/ 4511583 h 4563048"/>
              <a:gd name="connsiteX7-183" fmla="*/ 0 w 3626875"/>
              <a:gd name="connsiteY7-184" fmla="*/ 51465 h 4563048"/>
              <a:gd name="connsiteX8-185" fmla="*/ 51465 w 3626875"/>
              <a:gd name="connsiteY8-186" fmla="*/ 0 h 4563048"/>
              <a:gd name="connsiteX9-187" fmla="*/ 275535 w 3626875"/>
              <a:gd name="connsiteY9-188" fmla="*/ 240515 h 4563048"/>
              <a:gd name="connsiteX10-189" fmla="*/ 279550 w 3626875"/>
              <a:gd name="connsiteY10-190" fmla="*/ 3884310 h 4563048"/>
              <a:gd name="connsiteX11-191" fmla="*/ 3356577 w 3626875"/>
              <a:gd name="connsiteY11-192" fmla="*/ 3954896 h 4563048"/>
              <a:gd name="connsiteX12-193" fmla="*/ 3351269 w 3626875"/>
              <a:gd name="connsiteY12-194" fmla="*/ 282996 h 4563048"/>
              <a:gd name="connsiteX13-195" fmla="*/ 275535 w 3626875"/>
              <a:gd name="connsiteY13-196" fmla="*/ 240515 h 4563048"/>
              <a:gd name="connsiteX0-197" fmla="*/ 51465 w 3626875"/>
              <a:gd name="connsiteY0-198" fmla="*/ 0 h 4563048"/>
              <a:gd name="connsiteX1-199" fmla="*/ 3575410 w 3626875"/>
              <a:gd name="connsiteY1-200" fmla="*/ 0 h 4563048"/>
              <a:gd name="connsiteX2-201" fmla="*/ 3626875 w 3626875"/>
              <a:gd name="connsiteY2-202" fmla="*/ 51465 h 4563048"/>
              <a:gd name="connsiteX3-203" fmla="*/ 3626875 w 3626875"/>
              <a:gd name="connsiteY3-204" fmla="*/ 4511583 h 4563048"/>
              <a:gd name="connsiteX4-205" fmla="*/ 3575410 w 3626875"/>
              <a:gd name="connsiteY4-206" fmla="*/ 4563048 h 4563048"/>
              <a:gd name="connsiteX5-207" fmla="*/ 51465 w 3626875"/>
              <a:gd name="connsiteY5-208" fmla="*/ 4563048 h 4563048"/>
              <a:gd name="connsiteX6-209" fmla="*/ 0 w 3626875"/>
              <a:gd name="connsiteY6-210" fmla="*/ 4511583 h 4563048"/>
              <a:gd name="connsiteX7-211" fmla="*/ 0 w 3626875"/>
              <a:gd name="connsiteY7-212" fmla="*/ 51465 h 4563048"/>
              <a:gd name="connsiteX8-213" fmla="*/ 51465 w 3626875"/>
              <a:gd name="connsiteY8-214" fmla="*/ 0 h 4563048"/>
              <a:gd name="connsiteX9-215" fmla="*/ 275535 w 3626875"/>
              <a:gd name="connsiteY9-216" fmla="*/ 240515 h 4563048"/>
              <a:gd name="connsiteX10-217" fmla="*/ 279550 w 3626875"/>
              <a:gd name="connsiteY10-218" fmla="*/ 3884310 h 4563048"/>
              <a:gd name="connsiteX11-219" fmla="*/ 3353996 w 3626875"/>
              <a:gd name="connsiteY11-220" fmla="*/ 3898684 h 4563048"/>
              <a:gd name="connsiteX12-221" fmla="*/ 3351269 w 3626875"/>
              <a:gd name="connsiteY12-222" fmla="*/ 282996 h 4563048"/>
              <a:gd name="connsiteX13-223" fmla="*/ 275535 w 3626875"/>
              <a:gd name="connsiteY13-224" fmla="*/ 240515 h 456304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</a:cxnLst>
            <a:rect l="l" t="t" r="r" b="b"/>
            <a:pathLst>
              <a:path w="3626875" h="4563048">
                <a:moveTo>
                  <a:pt x="51465" y="0"/>
                </a:moveTo>
                <a:lnTo>
                  <a:pt x="3575410" y="0"/>
                </a:lnTo>
                <a:cubicBezTo>
                  <a:pt x="3603833" y="0"/>
                  <a:pt x="3626875" y="23042"/>
                  <a:pt x="3626875" y="51465"/>
                </a:cubicBezTo>
                <a:lnTo>
                  <a:pt x="3626875" y="4511583"/>
                </a:lnTo>
                <a:cubicBezTo>
                  <a:pt x="3626875" y="4540006"/>
                  <a:pt x="3603833" y="4563048"/>
                  <a:pt x="3575410" y="4563048"/>
                </a:cubicBezTo>
                <a:lnTo>
                  <a:pt x="51465" y="4563048"/>
                </a:lnTo>
                <a:cubicBezTo>
                  <a:pt x="23042" y="4563048"/>
                  <a:pt x="0" y="4540006"/>
                  <a:pt x="0" y="4511583"/>
                </a:cubicBezTo>
                <a:lnTo>
                  <a:pt x="0" y="51465"/>
                </a:lnTo>
                <a:cubicBezTo>
                  <a:pt x="0" y="23042"/>
                  <a:pt x="23042" y="0"/>
                  <a:pt x="51465" y="0"/>
                </a:cubicBezTo>
                <a:close/>
                <a:moveTo>
                  <a:pt x="275535" y="240515"/>
                </a:moveTo>
                <a:cubicBezTo>
                  <a:pt x="275607" y="1478642"/>
                  <a:pt x="279478" y="2646183"/>
                  <a:pt x="279550" y="3884310"/>
                </a:cubicBezTo>
                <a:lnTo>
                  <a:pt x="3353996" y="3898684"/>
                </a:lnTo>
                <a:cubicBezTo>
                  <a:pt x="3351581" y="2660665"/>
                  <a:pt x="3353684" y="1521015"/>
                  <a:pt x="3351269" y="282996"/>
                </a:cubicBezTo>
                <a:lnTo>
                  <a:pt x="275535" y="240515"/>
                </a:lnTo>
                <a:close/>
              </a:path>
            </a:pathLst>
          </a:custGeom>
          <a:solidFill>
            <a:schemeClr val="lt1">
              <a:lumMod val="100000"/>
            </a:schemeClr>
          </a:solidFill>
          <a:ln>
            <a:noFill/>
          </a:ln>
          <a:effectLst>
            <a:outerShdw blurRad="152400" dist="38100" dir="2700000" algn="tl" rotWithShape="0">
              <a:prstClr val="black">
                <a:alpha val="2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矩形 2"/>
          <p:cNvSpPr/>
          <p:nvPr>
            <p:custDataLst>
              <p:tags r:id="rId6"/>
            </p:custDataLst>
          </p:nvPr>
        </p:nvSpPr>
        <p:spPr>
          <a:xfrm>
            <a:off x="1200331" y="3317064"/>
            <a:ext cx="5039000" cy="47532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Centralized client data and automated workflows.</a:t>
            </a:r>
            <a:endParaRPr lang="en-US" sz="14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2" name="矩形 1"/>
          <p:cNvSpPr/>
          <p:nvPr>
            <p:custDataLst>
              <p:tags r:id="rId7"/>
            </p:custDataLst>
          </p:nvPr>
        </p:nvSpPr>
        <p:spPr>
          <a:xfrm>
            <a:off x="1200331" y="2788920"/>
            <a:ext cx="5035818" cy="47532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2000" b="1">
                <a:solidFill>
                  <a:schemeClr val="accent1"/>
                </a:solidFill>
                <a:latin typeface="+mj-lt"/>
              </a:rPr>
              <a:t>Streamlined Client Management</a:t>
            </a:r>
            <a:endParaRPr lang="en-US" sz="20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矩形 3"/>
          <p:cNvSpPr/>
          <p:nvPr>
            <p:custDataLst>
              <p:tags r:id="rId8"/>
            </p:custDataLst>
          </p:nvPr>
        </p:nvSpPr>
        <p:spPr>
          <a:xfrm>
            <a:off x="1200331" y="4348535"/>
            <a:ext cx="5039000" cy="47532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Advanced analytics and customizable dashboards.</a:t>
            </a:r>
            <a:endParaRPr lang="en-US" sz="14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5" name="矩形 4"/>
          <p:cNvSpPr/>
          <p:nvPr>
            <p:custDataLst>
              <p:tags r:id="rId9"/>
            </p:custDataLst>
          </p:nvPr>
        </p:nvSpPr>
        <p:spPr>
          <a:xfrm>
            <a:off x="1200331" y="3820391"/>
            <a:ext cx="5035818" cy="47532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2000" b="1">
                <a:solidFill>
                  <a:schemeClr val="accent1"/>
                </a:solidFill>
                <a:latin typeface="+mj-lt"/>
              </a:rPr>
              <a:t>Intelligent Reporting</a:t>
            </a:r>
            <a:endParaRPr lang="en-US" sz="20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3" name="矩形 12"/>
          <p:cNvSpPr/>
          <p:nvPr>
            <p:custDataLst>
              <p:tags r:id="rId10"/>
            </p:custDataLst>
          </p:nvPr>
        </p:nvSpPr>
        <p:spPr>
          <a:xfrm>
            <a:off x="1200331" y="5380642"/>
            <a:ext cx="5039000" cy="47532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Provide Smart Prediction.</a:t>
            </a:r>
            <a:endParaRPr lang="en-US" sz="140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4" name="矩形 13"/>
          <p:cNvSpPr/>
          <p:nvPr>
            <p:custDataLst>
              <p:tags r:id="rId11"/>
            </p:custDataLst>
          </p:nvPr>
        </p:nvSpPr>
        <p:spPr>
          <a:xfrm>
            <a:off x="1200331" y="4851862"/>
            <a:ext cx="5035818" cy="47532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2000" b="1">
                <a:solidFill>
                  <a:schemeClr val="accent1"/>
                </a:solidFill>
                <a:latin typeface="+mj-lt"/>
              </a:rPr>
              <a:t>Machine Learning Prediction</a:t>
            </a:r>
            <a:endParaRPr lang="en-US" sz="2000" b="1">
              <a:solidFill>
                <a:schemeClr val="accent1"/>
              </a:solidFill>
              <a:latin typeface="+mj-lt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>
                <a:latin typeface="+mj-lt"/>
              </a:rPr>
              <a:t>Scalability and Expansion</a:t>
            </a:r>
            <a:endParaRPr lang="en-US" spc="0">
              <a:latin typeface="+mj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56"/>
          <a:stretch>
            <a:fillRect/>
          </a:stretch>
        </p:blipFill>
        <p:spPr>
          <a:xfrm>
            <a:off x="8123400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2" r="3422"/>
          <a:stretch>
            <a:fillRect/>
          </a:stretch>
        </p:blipFill>
        <p:spPr>
          <a:xfrm>
            <a:off x="693958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4" name="直接连接符 3"/>
          <p:cNvCxnSpPr/>
          <p:nvPr>
            <p:custDataLst>
              <p:tags r:id="rId6"/>
            </p:custDataLst>
          </p:nvPr>
        </p:nvCxnSpPr>
        <p:spPr>
          <a:xfrm flipV="1">
            <a:off x="713648" y="3490256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5" name="矩形 4"/>
          <p:cNvSpPr/>
          <p:nvPr>
            <p:custDataLst>
              <p:tags r:id="rId7"/>
            </p:custDataLst>
          </p:nvPr>
        </p:nvSpPr>
        <p:spPr>
          <a:xfrm>
            <a:off x="954373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Expand server infrastructure to handle growing data.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954373" y="3405780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Increased Storage Capacity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 flipV="1">
            <a:off x="4428051" y="3490256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8" name="矩形 7"/>
          <p:cNvSpPr/>
          <p:nvPr>
            <p:custDataLst>
              <p:tags r:id="rId10"/>
            </p:custDataLst>
          </p:nvPr>
        </p:nvSpPr>
        <p:spPr>
          <a:xfrm>
            <a:off x="4668776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Streamline workflows through AI-powered tools.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9" name="矩形 8"/>
          <p:cNvSpPr/>
          <p:nvPr>
            <p:custDataLst>
              <p:tags r:id="rId11"/>
            </p:custDataLst>
          </p:nvPr>
        </p:nvSpPr>
        <p:spPr>
          <a:xfrm>
            <a:off x="4668776" y="3405780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Improved Automation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12"/>
            </p:custDataLst>
          </p:nvPr>
        </p:nvCxnSpPr>
        <p:spPr>
          <a:xfrm flipV="1">
            <a:off x="8124035" y="3475647"/>
            <a:ext cx="0" cy="2722980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69000">
                  <a:schemeClr val="accent1">
                    <a:lumMod val="40000"/>
                    <a:lumOff val="6000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0" name="矩形 9"/>
          <p:cNvSpPr/>
          <p:nvPr>
            <p:custDataLst>
              <p:tags r:id="rId13"/>
            </p:custDataLst>
          </p:nvPr>
        </p:nvSpPr>
        <p:spPr>
          <a:xfrm>
            <a:off x="8364760" y="4381382"/>
            <a:ext cx="3113667" cy="181707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Open new regional offices to serve wider clientele.</a:t>
            </a:r>
            <a:endParaRPr lang="en-US" sz="16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4"/>
            </p:custDataLst>
          </p:nvPr>
        </p:nvSpPr>
        <p:spPr>
          <a:xfrm>
            <a:off x="8364760" y="3391171"/>
            <a:ext cx="3113667" cy="81881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kern="0" dirty="0">
                <a:solidFill>
                  <a:schemeClr val="accent1"/>
                </a:solidFill>
                <a:latin typeface="+mj-lt"/>
                <a:sym typeface="+mn-ea"/>
              </a:rPr>
              <a:t>Geographical Expansion</a:t>
            </a:r>
            <a:endParaRPr lang="en-US" sz="2000" b="1" kern="0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pic>
        <p:nvPicPr>
          <p:cNvPr id="22" name="图片 21" descr="蓝色的高楼&#10;&#10;描述已自动生成"/>
          <p:cNvPicPr>
            <a:picLocks noChangeAspect="1"/>
          </p:cNvPicPr>
          <p:nvPr>
            <p:custDataLst>
              <p:tags r:id="rId15"/>
            </p:custDataLst>
          </p:nvPr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33" b="28068"/>
          <a:stretch>
            <a:fillRect/>
          </a:stretch>
        </p:blipFill>
        <p:spPr>
          <a:xfrm>
            <a:off x="4408996" y="1359936"/>
            <a:ext cx="3373826" cy="1970014"/>
          </a:xfrm>
          <a:prstGeom prst="roundRect">
            <a:avLst>
              <a:gd name="adj" fmla="val 8058"/>
            </a:avLst>
          </a:prstGeom>
          <a:ln w="3175" cap="flat" cmpd="sng" algn="ctr">
            <a:solidFill>
              <a:schemeClr val="tx1">
                <a:lumMod val="40000"/>
                <a:lumOff val="60000"/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</p:spTree>
    <p:custDataLst>
      <p:tags r:id="rId17"/>
    </p:custData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2"/>
          </p:nvPr>
        </p:nvSpPr>
        <p:spPr/>
        <p:txBody>
          <a:bodyPr/>
          <a:p>
            <a:r>
              <a:rPr lang="zh-CN" altLang="en-US"/>
              <a:t>Integration with Third-Party Tools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Seamless Integrations</a:t>
            </a:r>
            <a:endParaRPr lang="zh-CN" altLang="en-US"/>
          </a:p>
          <a:p>
            <a:pPr lvl="1"/>
            <a:r>
              <a:rPr lang="zh-CN" altLang="en-US"/>
              <a:t>Integrate with popular CRM, accounting, and project management tools.</a:t>
            </a:r>
            <a:endParaRPr lang="zh-CN" altLang="en-US"/>
          </a:p>
          <a:p>
            <a:r>
              <a:rPr lang="zh-CN" altLang="en-US"/>
              <a:t>Automated Data Sync</a:t>
            </a:r>
            <a:endParaRPr lang="zh-CN" altLang="en-US"/>
          </a:p>
          <a:p>
            <a:pPr lvl="1"/>
            <a:r>
              <a:rPr lang="zh-CN" altLang="en-US"/>
              <a:t>Synchronize client, project, and financial data across systems.</a:t>
            </a:r>
            <a:endParaRPr lang="zh-CN" altLang="en-US"/>
          </a:p>
          <a:p>
            <a:r>
              <a:rPr lang="zh-CN" altLang="en-US"/>
              <a:t>Customizable Workflows</a:t>
            </a:r>
            <a:endParaRPr lang="zh-CN" altLang="en-US"/>
          </a:p>
          <a:p>
            <a:pPr lvl="1"/>
            <a:r>
              <a:rPr lang="zh-CN" altLang="en-US"/>
              <a:t>Tailor integration processes to fit your unique business needs.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Vomo Industries</a:t>
            </a:r>
            <a:endParaRPr lang="en-US"/>
          </a:p>
        </p:txBody>
      </p:sp>
      <p:sp>
        <p:nvSpPr>
          <p:cNvPr id="7" name="标题 6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67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67"/>
</p:tagLst>
</file>

<file path=ppt/tags/tag78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67"/>
</p:tagLst>
</file>

<file path=ppt/tags/tag7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5"/>
  <p:tag name="KSO_WM_TEMPLATE_MASTER_TYPE" val="0"/>
  <p:tag name="KSO_WM_TEMPLATE_COLOR_TYPE" val="1"/>
  <p:tag name="KSO_WM_UNIT_SHOW_EDIT_AREA_INDICATION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67"/>
</p:tagLst>
</file>

<file path=ppt/tags/tag9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67"/>
</p:tagLst>
</file>

<file path=ppt/tags/tag91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67"/>
</p:tagLst>
</file>

<file path=ppt/tags/tag9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5"/>
  <p:tag name="KSO_WM_TEMPLATE_MASTER_TYPE" val="0"/>
  <p:tag name="KSO_WM_TEMPLATE_COLOR_TYPE" val="1"/>
  <p:tag name="KSO_WM_UNIT_SHOW_EDIT_AREA_INDICATION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67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67"/>
</p:tagLst>
</file>

<file path=ppt/tags/tag104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67"/>
</p:tagLst>
</file>

<file path=ppt/tags/tag105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5"/>
  <p:tag name="KSO_WM_TEMPLATE_MASTER_TYPE" val="0"/>
  <p:tag name="KSO_WM_TEMPLATE_COLOR_TYPE" val="1"/>
  <p:tag name="KSO_WM_UNIT_SHOW_EDIT_AREA_INDICATION" val="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67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67"/>
</p:tagLst>
</file>

<file path=ppt/tags/tag117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67"/>
</p:tagLst>
</file>

<file path=ppt/tags/tag11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5"/>
  <p:tag name="KSO_WM_TEMPLATE_MASTER_TYPE" val="0"/>
  <p:tag name="KSO_WM_TEMPLATE_COLOR_TYPE" val="1"/>
  <p:tag name="KSO_WM_UNIT_SHOW_EDIT_AREA_INDICATION" val="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67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67"/>
</p:tagLst>
</file>

<file path=ppt/tags/tag130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67"/>
</p:tagLst>
</file>

<file path=ppt/tags/tag13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5"/>
  <p:tag name="KSO_WM_TEMPLATE_MASTER_TYPE" val="0"/>
  <p:tag name="KSO_WM_TEMPLATE_COLOR_TYPE" val="1"/>
  <p:tag name="KSO_WM_UNIT_SHOW_EDIT_AREA_INDICATION" val="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67"/>
</p:tagLst>
</file>

<file path=ppt/tags/tag1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67"/>
</p:tagLst>
</file>

<file path=ppt/tags/tag143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67"/>
</p:tagLst>
</file>

<file path=ppt/tags/tag14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5"/>
  <p:tag name="KSO_WM_TEMPLATE_MASTER_TYPE" val="0"/>
  <p:tag name="KSO_WM_TEMPLATE_COLOR_TYPE" val="1"/>
  <p:tag name="KSO_WM_UNIT_SHOW_EDIT_AREA_INDICATION" val="1"/>
</p:tagLst>
</file>

<file path=ppt/tags/tag145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custom20233467_1*f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Name"/>
</p:tagLst>
</file>

<file path=ppt/tags/tag14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1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Your title here"/>
</p:tagLst>
</file>

<file path=ppt/tags/tag147.xml><?xml version="1.0" encoding="utf-8"?>
<p:tagLst xmlns:p="http://schemas.openxmlformats.org/presentationml/2006/main">
  <p:tag name="KSO_WM_SLIDE_CONTENT_AREA" val="{&quot;left&quot;:&quot;45.5&quot;,&quot;top&quot;:&quot;113.15&quot;,&quot;width&quot;:&quot;527.9&quot;,&quot;height&quot;:&quot;299.25&quot;}"/>
  <p:tag name="KSO_WM_SPECIAL_SOURCE" val="bdnull"/>
  <p:tag name="KSO_WM_TEMPLATE_THUMBS_INDEX" val="1、9"/>
  <p:tag name="KSO_WM_SLIDE_ID" val="custom2023346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67"/>
  <p:tag name="KSO_WM_SLIDE_LAYOUT" val="a_f"/>
  <p:tag name="KSO_WM_SLIDE_LAYOUT_CNT" val="1_1"/>
</p:tagLst>
</file>

<file path=ppt/tags/tag148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3467_6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ONTENTS"/>
  <p:tag name="KSO_WM_UNIT_TEXT_FILL_FORE_SCHEMECOLOR_INDEX" val="13"/>
  <p:tag name="KSO_WM_UNIT_TEXT_FILL_TYPE" val="1"/>
  <p:tag name="KSO_WM_UNIT_USESOURCEFORMAT_APPLY" val="0"/>
</p:tagLst>
</file>

<file path=ppt/tags/tag14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8.8999938964844,&quot;left&quot;:450.09999389648436,&quot;top&quot;:97.0250030517578,&quot;width&quot;:468.70001220703125}"/>
  <p:tag name="KSO_WM_DIAGRAM_COLOR_MATCH_VALUE" val="{&quot;shape&quot;:{&quot;fill&quot;:{&quot;type&quot;:0},&quot;glow&quot;:{&quot;colorType&quot;:0},&quot;line&quot;:{&quot;gradient&quot;:[{&quot;brightness&quot;:0,&quot;colorType&quot;:1,&quot;foreColorIndex&quot;:10,&quot;pos&quot;:0,&quot;transparency&quot;:0.8999999761581421},{&quot;brightness&quot;:0,&quot;colorType&quot;:1,&quot;foreColorIndex&quot;:6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custom20233467_6*l_h_i*1_1_2"/>
  <p:tag name="KSO_WM_TEMPLATE_CATEGORY" val="custom"/>
  <p:tag name="KSO_WM_TEMPLATE_INDEX" val="20233467"/>
  <p:tag name="KSO_WM_UNIT_LAYERLEVEL" val="1_1_1"/>
  <p:tag name="KSO_WM_TAG_VERSION" val="3.0"/>
  <p:tag name="KSO_WM_BEAUTIFY_FLAG" val="#wm#"/>
  <p:tag name="KSO_WM_UNIT_LINE_FORE_SCHEMECOLOR_INDEX" val="6"/>
  <p:tag name="KSO_WM_UNIT_USESOURCEFORMAT_APPLY" val="0"/>
</p:tagLst>
</file>

<file path=ppt/tags/tag15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8.8999938964844,&quot;left&quot;:450.09999389648436,&quot;top&quot;:97.0250030517578,&quot;width&quot;:468.70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33467_6*l_h_i*1_1_1"/>
  <p:tag name="KSO_WM_TEMPLATE_CATEGORY" val="custom"/>
  <p:tag name="KSO_WM_TEMPLATE_INDEX" val="20233467"/>
  <p:tag name="KSO_WM_UNIT_LAYERLEVEL" val="1_1_1"/>
  <p:tag name="KSO_WM_TAG_VERSION" val="3.0"/>
  <p:tag name="KSO_WM_BEAUTIFY_FLAG" val="#wm#"/>
  <p:tag name="KSO_WM_UNIT_PRESET_TEXT" val="01"/>
  <p:tag name="KSO_WM_UNIT_TEXT_FILL_FORE_SCHEMECOLOR_INDEX" val="13"/>
  <p:tag name="KSO_WM_UNIT_TEXT_FILL_TYPE" val="1"/>
  <p:tag name="KSO_WM_UNIT_USESOURCEFORMAT_APPLY" val="0"/>
</p:tagLst>
</file>

<file path=ppt/tags/tag15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8.8999938964844,&quot;left&quot;:450.09999389648436,&quot;top&quot;:97.0250030517578,&quot;width&quot;:468.70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33467_6*l_h_f*1_1_1"/>
  <p:tag name="KSO_WM_TEMPLATE_CATEGORY" val="custom"/>
  <p:tag name="KSO_WM_TEMPLATE_INDEX" val="2023346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15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8.8999938964844,&quot;left&quot;:450.09999389648436,&quot;top&quot;:97.0250030517578,&quot;width&quot;:468.70001220703125}"/>
  <p:tag name="KSO_WM_DIAGRAM_COLOR_MATCH_VALUE" val="{&quot;shape&quot;:{&quot;fill&quot;:{&quot;type&quot;:0},&quot;glow&quot;:{&quot;colorType&quot;:0},&quot;line&quot;:{&quot;gradient&quot;:[{&quot;brightness&quot;:0,&quot;colorType&quot;:1,&quot;foreColorIndex&quot;:10,&quot;pos&quot;:0,&quot;transparency&quot;:0.8999999761581421},{&quot;brightness&quot;:0,&quot;colorType&quot;:1,&quot;foreColorIndex&quot;:6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custom20233467_6*l_h_i*1_2_2"/>
  <p:tag name="KSO_WM_TEMPLATE_CATEGORY" val="custom"/>
  <p:tag name="KSO_WM_TEMPLATE_INDEX" val="20233467"/>
  <p:tag name="KSO_WM_UNIT_LAYERLEVEL" val="1_1_1"/>
  <p:tag name="KSO_WM_TAG_VERSION" val="3.0"/>
  <p:tag name="KSO_WM_BEAUTIFY_FLAG" val="#wm#"/>
  <p:tag name="KSO_WM_UNIT_LINE_FORE_SCHEMECOLOR_INDEX" val="6"/>
  <p:tag name="KSO_WM_UNIT_USESOURCEFORMAT_APPLY" val="0"/>
</p:tagLst>
</file>

<file path=ppt/tags/tag15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8.8999938964844,&quot;left&quot;:450.09999389648436,&quot;top&quot;:97.0250030517578,&quot;width&quot;:468.70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33467_6*l_h_i*1_2_1"/>
  <p:tag name="KSO_WM_TEMPLATE_CATEGORY" val="custom"/>
  <p:tag name="KSO_WM_TEMPLATE_INDEX" val="20233467"/>
  <p:tag name="KSO_WM_UNIT_LAYERLEVEL" val="1_1_1"/>
  <p:tag name="KSO_WM_TAG_VERSION" val="3.0"/>
  <p:tag name="KSO_WM_BEAUTIFY_FLAG" val="#wm#"/>
  <p:tag name="KSO_WM_UNIT_PRESET_TEXT" val="02"/>
  <p:tag name="KSO_WM_UNIT_TEXT_FILL_FORE_SCHEMECOLOR_INDEX" val="13"/>
  <p:tag name="KSO_WM_UNIT_TEXT_FILL_TYPE" val="1"/>
  <p:tag name="KSO_WM_UNIT_USESOURCEFORMAT_APPLY" val="0"/>
</p:tagLst>
</file>

<file path=ppt/tags/tag15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8.8999938964844,&quot;left&quot;:450.09999389648436,&quot;top&quot;:97.0250030517578,&quot;width&quot;:468.70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33467_6*l_h_f*1_2_1"/>
  <p:tag name="KSO_WM_TEMPLATE_CATEGORY" val="custom"/>
  <p:tag name="KSO_WM_TEMPLATE_INDEX" val="2023346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15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8.8999938964844,&quot;left&quot;:450.09999389648436,&quot;top&quot;:97.0250030517578,&quot;width&quot;:468.70001220703125}"/>
  <p:tag name="KSO_WM_DIAGRAM_COLOR_MATCH_VALUE" val="{&quot;shape&quot;:{&quot;fill&quot;:{&quot;type&quot;:0},&quot;glow&quot;:{&quot;colorType&quot;:0},&quot;line&quot;:{&quot;gradient&quot;:[{&quot;brightness&quot;:0,&quot;colorType&quot;:1,&quot;foreColorIndex&quot;:10,&quot;pos&quot;:0,&quot;transparency&quot;:0.8999999761581421},{&quot;brightness&quot;:0,&quot;colorType&quot;:1,&quot;foreColorIndex&quot;:6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custom20233467_6*l_h_i*1_3_2"/>
  <p:tag name="KSO_WM_TEMPLATE_CATEGORY" val="custom"/>
  <p:tag name="KSO_WM_TEMPLATE_INDEX" val="20233467"/>
  <p:tag name="KSO_WM_UNIT_LAYERLEVEL" val="1_1_1"/>
  <p:tag name="KSO_WM_TAG_VERSION" val="3.0"/>
  <p:tag name="KSO_WM_BEAUTIFY_FLAG" val="#wm#"/>
  <p:tag name="KSO_WM_UNIT_LINE_FORE_SCHEMECOLOR_INDEX" val="6"/>
  <p:tag name="KSO_WM_UNIT_USESOURCEFORMAT_APPLY" val="0"/>
</p:tagLst>
</file>

<file path=ppt/tags/tag15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8.8999938964844,&quot;left&quot;:450.09999389648436,&quot;top&quot;:97.0250030517578,&quot;width&quot;:468.70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33467_6*l_h_i*1_3_1"/>
  <p:tag name="KSO_WM_TEMPLATE_CATEGORY" val="custom"/>
  <p:tag name="KSO_WM_TEMPLATE_INDEX" val="20233467"/>
  <p:tag name="KSO_WM_UNIT_LAYERLEVEL" val="1_1_1"/>
  <p:tag name="KSO_WM_TAG_VERSION" val="3.0"/>
  <p:tag name="KSO_WM_BEAUTIFY_FLAG" val="#wm#"/>
  <p:tag name="KSO_WM_UNIT_PRESET_TEXT" val="03"/>
  <p:tag name="KSO_WM_UNIT_TEXT_FILL_FORE_SCHEMECOLOR_INDEX" val="13"/>
  <p:tag name="KSO_WM_UNIT_TEXT_FILL_TYPE" val="1"/>
  <p:tag name="KSO_WM_UNIT_USESOURCEFORMAT_APPLY" val="0"/>
</p:tagLst>
</file>

<file path=ppt/tags/tag15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8.8999938964844,&quot;left&quot;:450.09999389648436,&quot;top&quot;:97.0250030517578,&quot;width&quot;:468.70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233467_6*l_h_f*1_3_1"/>
  <p:tag name="KSO_WM_TEMPLATE_CATEGORY" val="custom"/>
  <p:tag name="KSO_WM_TEMPLATE_INDEX" val="2023346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15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8.8999938964844,&quot;left&quot;:450.09999389648436,&quot;top&quot;:97.0250030517578,&quot;width&quot;:468.70001220703125}"/>
  <p:tag name="KSO_WM_DIAGRAM_COLOR_MATCH_VALUE" val="{&quot;shape&quot;:{&quot;fill&quot;:{&quot;type&quot;:0},&quot;glow&quot;:{&quot;colorType&quot;:0},&quot;line&quot;:{&quot;gradient&quot;:[{&quot;brightness&quot;:0,&quot;colorType&quot;:1,&quot;foreColorIndex&quot;:10,&quot;pos&quot;:0,&quot;transparency&quot;:0.8999999761581421},{&quot;brightness&quot;:0,&quot;colorType&quot;:1,&quot;foreColorIndex&quot;:6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custom20233467_6*l_h_i*1_4_2"/>
  <p:tag name="KSO_WM_TEMPLATE_CATEGORY" val="custom"/>
  <p:tag name="KSO_WM_TEMPLATE_INDEX" val="20233467"/>
  <p:tag name="KSO_WM_UNIT_LAYERLEVEL" val="1_1_1"/>
  <p:tag name="KSO_WM_TAG_VERSION" val="3.0"/>
  <p:tag name="KSO_WM_BEAUTIFY_FLAG" val="#wm#"/>
  <p:tag name="KSO_WM_UNIT_LINE_FORE_SCHEMECOLOR_INDEX" val="6"/>
  <p:tag name="KSO_WM_UNIT_USESOURCEFORMAT_APPLY" val="0"/>
</p:tagLst>
</file>

<file path=ppt/tags/tag15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8.8999938964844,&quot;left&quot;:450.09999389648436,&quot;top&quot;:97.0250030517578,&quot;width&quot;:468.70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custom20233467_6*l_h_i*1_4_1"/>
  <p:tag name="KSO_WM_TEMPLATE_CATEGORY" val="custom"/>
  <p:tag name="KSO_WM_TEMPLATE_INDEX" val="20233467"/>
  <p:tag name="KSO_WM_UNIT_LAYERLEVEL" val="1_1_1"/>
  <p:tag name="KSO_WM_TAG_VERSION" val="3.0"/>
  <p:tag name="KSO_WM_BEAUTIFY_FLAG" val="#wm#"/>
  <p:tag name="KSO_WM_UNIT_PRESET_TEXT" val="04"/>
  <p:tag name="KSO_WM_UNIT_TEXT_FILL_FORE_SCHEMECOLOR_INDEX" val="13"/>
  <p:tag name="KSO_WM_UNIT_TEXT_FILL_TYPE" val="1"/>
  <p:tag name="KSO_WM_UNIT_USESOURCEFORMAT_APPLY" val="0"/>
</p:tagLst>
</file>

<file path=ppt/tags/tag16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8.8999938964844,&quot;left&quot;:450.09999389648436,&quot;top&quot;:97.0250030517578,&quot;width&quot;:468.70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33467_6*l_h_f*1_4_1"/>
  <p:tag name="KSO_WM_TEMPLATE_CATEGORY" val="custom"/>
  <p:tag name="KSO_WM_TEMPLATE_INDEX" val="2023346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16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8.8999938964844,&quot;left&quot;:450.09999389648436,&quot;top&quot;:97.0250030517578,&quot;width&quot;:468.70001220703125}"/>
  <p:tag name="KSO_WM_DIAGRAM_COLOR_MATCH_VALUE" val="{&quot;shape&quot;:{&quot;fill&quot;:{&quot;type&quot;:0},&quot;glow&quot;:{&quot;colorType&quot;:0},&quot;line&quot;:{&quot;gradient&quot;:[{&quot;brightness&quot;:0,&quot;colorType&quot;:1,&quot;foreColorIndex&quot;:10,&quot;pos&quot;:0,&quot;transparency&quot;:0.8999999761581421},{&quot;brightness&quot;:0,&quot;colorType&quot;:1,&quot;foreColorIndex&quot;:6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custom20233467_6*l_h_i*1_5_2"/>
  <p:tag name="KSO_WM_TEMPLATE_CATEGORY" val="custom"/>
  <p:tag name="KSO_WM_TEMPLATE_INDEX" val="20233467"/>
  <p:tag name="KSO_WM_UNIT_LAYERLEVEL" val="1_1_1"/>
  <p:tag name="KSO_WM_TAG_VERSION" val="3.0"/>
  <p:tag name="KSO_WM_BEAUTIFY_FLAG" val="#wm#"/>
  <p:tag name="KSO_WM_UNIT_LINE_FORE_SCHEMECOLOR_INDEX" val="6"/>
  <p:tag name="KSO_WM_UNIT_USESOURCEFORMAT_APPLY" val="0"/>
</p:tagLst>
</file>

<file path=ppt/tags/tag16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8.8999938964844,&quot;left&quot;:450.09999389648436,&quot;top&quot;:97.0250030517578,&quot;width&quot;:468.70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custom20233467_6*l_h_i*1_5_1"/>
  <p:tag name="KSO_WM_TEMPLATE_CATEGORY" val="custom"/>
  <p:tag name="KSO_WM_TEMPLATE_INDEX" val="20233467"/>
  <p:tag name="KSO_WM_UNIT_LAYERLEVEL" val="1_1_1"/>
  <p:tag name="KSO_WM_TAG_VERSION" val="3.0"/>
  <p:tag name="KSO_WM_BEAUTIFY_FLAG" val="#wm#"/>
  <p:tag name="KSO_WM_UNIT_PRESET_TEXT" val="05"/>
  <p:tag name="KSO_WM_UNIT_TEXT_FILL_FORE_SCHEMECOLOR_INDEX" val="13"/>
  <p:tag name="KSO_WM_UNIT_TEXT_FILL_TYPE" val="1"/>
  <p:tag name="KSO_WM_UNIT_USESOURCEFORMAT_APPLY" val="0"/>
</p:tagLst>
</file>

<file path=ppt/tags/tag16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8.8999938964844,&quot;left&quot;:450.09999389648436,&quot;top&quot;:97.0250030517578,&quot;width&quot;:468.70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custom20233467_6*l_h_f*1_5_1"/>
  <p:tag name="KSO_WM_TEMPLATE_CATEGORY" val="custom"/>
  <p:tag name="KSO_WM_TEMPLATE_INDEX" val="2023346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16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8.8999938964844,&quot;left&quot;:450.09999389648436,&quot;top&quot;:97.0250030517578,&quot;width&quot;:468.70001220703125}"/>
  <p:tag name="KSO_WM_DIAGRAM_COLOR_MATCH_VALUE" val="{&quot;shape&quot;:{&quot;fill&quot;:{&quot;type&quot;:0},&quot;glow&quot;:{&quot;colorType&quot;:0},&quot;line&quot;:{&quot;gradient&quot;:[{&quot;brightness&quot;:0,&quot;colorType&quot;:1,&quot;foreColorIndex&quot;:10,&quot;pos&quot;:0,&quot;transparency&quot;:0.8999999761581421},{&quot;brightness&quot;:0,&quot;colorType&quot;:1,&quot;foreColorIndex&quot;:6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6_2"/>
  <p:tag name="KSO_WM_UNIT_ID" val="custom20233467_6*l_h_i*1_6_2"/>
  <p:tag name="KSO_WM_TEMPLATE_CATEGORY" val="custom"/>
  <p:tag name="KSO_WM_TEMPLATE_INDEX" val="20233467"/>
  <p:tag name="KSO_WM_UNIT_LAYERLEVEL" val="1_1_1"/>
  <p:tag name="KSO_WM_TAG_VERSION" val="3.0"/>
  <p:tag name="KSO_WM_BEAUTIFY_FLAG" val="#wm#"/>
  <p:tag name="KSO_WM_UNIT_LINE_FORE_SCHEMECOLOR_INDEX" val="6"/>
  <p:tag name="KSO_WM_UNIT_USESOURCEFORMAT_APPLY" val="0"/>
</p:tagLst>
</file>

<file path=ppt/tags/tag16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8.8999938964844,&quot;left&quot;:450.09999389648436,&quot;top&quot;:97.0250030517578,&quot;width&quot;:468.70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6_1"/>
  <p:tag name="KSO_WM_UNIT_ID" val="custom20233467_6*l_h_i*1_6_1"/>
  <p:tag name="KSO_WM_TEMPLATE_CATEGORY" val="custom"/>
  <p:tag name="KSO_WM_TEMPLATE_INDEX" val="20233467"/>
  <p:tag name="KSO_WM_UNIT_LAYERLEVEL" val="1_1_1"/>
  <p:tag name="KSO_WM_TAG_VERSION" val="3.0"/>
  <p:tag name="KSO_WM_BEAUTIFY_FLAG" val="#wm#"/>
  <p:tag name="KSO_WM_UNIT_PRESET_TEXT" val="06"/>
  <p:tag name="KSO_WM_UNIT_TEXT_FILL_FORE_SCHEMECOLOR_INDEX" val="13"/>
  <p:tag name="KSO_WM_UNIT_TEXT_FILL_TYPE" val="1"/>
  <p:tag name="KSO_WM_UNIT_USESOURCEFORMAT_APPLY" val="0"/>
</p:tagLst>
</file>

<file path=ppt/tags/tag16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388.8999938964844,&quot;left&quot;:450.09999389648436,&quot;top&quot;:97.0250030517578,&quot;width&quot;:468.7000122070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6_1"/>
  <p:tag name="KSO_WM_UNIT_ID" val="custom20233467_6*l_h_f*1_6_1"/>
  <p:tag name="KSO_WM_TEMPLATE_CATEGORY" val="custom"/>
  <p:tag name="KSO_WM_TEMPLATE_INDEX" val="2023346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167.xml><?xml version="1.0" encoding="utf-8"?>
<p:tagLst xmlns:p="http://schemas.openxmlformats.org/presentationml/2006/main">
  <p:tag name="KSO_WM_SLIDE_ID" val="custom20233467_6"/>
  <p:tag name="KSO_WM_TEMPLATE_SUBCATEGORY" val="0"/>
  <p:tag name="KSO_WM_TEMPLATE_MASTER_TYPE" val="0"/>
  <p:tag name="KSO_WM_TEMPLATE_COLOR_TYPE" val="0"/>
  <p:tag name="KSO_WM_SLIDE_TYPE" val="contents"/>
  <p:tag name="KSO_WM_SLIDE_SUBTYPE" val="diag"/>
  <p:tag name="KSO_WM_SLIDE_ITEM_CNT" val="6"/>
  <p:tag name="KSO_WM_SLIDE_INDEX" val="6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3467"/>
  <p:tag name="KSO_WM_SLIDE_LAYOUT" val="a_l"/>
  <p:tag name="KSO_WM_SLIDE_LAYOUT_CNT" val="1_1"/>
</p:tagLst>
</file>

<file path=ppt/tags/tag168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1"/>
</p:tagLst>
</file>

<file path=ppt/tags/tag1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17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8245_1*a*1"/>
  <p:tag name="KSO_WM_TEMPLATE_CATEGORY" val="custom"/>
  <p:tag name="KSO_WM_TEMPLATE_INDEX" val="2023824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3_1"/>
  <p:tag name="KSO_WM_DIAGRAM_MAX_ITEMCNT" val="4"/>
  <p:tag name="KSO_WM_DIAGRAM_MIN_ITEMCNT" val="2"/>
  <p:tag name="KSO_WM_DIAGRAM_VIRTUALLY_FRAME" val="{&quot;height&quot;:382.1496062992126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1_1"/>
  <p:tag name="KSO_WM_DIAGRAM_MAX_ITEMCNT" val="4"/>
  <p:tag name="KSO_WM_DIAGRAM_MIN_ITEMCNT" val="2"/>
  <p:tag name="KSO_WM_DIAGRAM_VIRTUALLY_FRAME" val="{&quot;height&quot;:382.1496062992126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17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251_2*l_h_i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1496062992126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17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51_2*l_h_f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1496062992126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1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251_2*l_h_a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1496062992126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17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251_2*l_h_i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1496062992126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17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51_2*l_h_f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1496062992126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1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251_2*l_h_a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1496062992126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18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51_2*l_h_i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1496062992126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18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51_2*l_h_f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1496062992126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1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8251_2*l_h_a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1496062992126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2_1"/>
  <p:tag name="KSO_WM_DIAGRAM_MAX_ITEMCNT" val="4"/>
  <p:tag name="KSO_WM_DIAGRAM_MIN_ITEMCNT" val="2"/>
  <p:tag name="KSO_WM_DIAGRAM_VIRTUALLY_FRAME" val="{&quot;height&quot;:382.1496062992126,&quot;left&quot;:54.41282030481043,&quot;top&quot;:107.0815748031496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184.xml><?xml version="1.0" encoding="utf-8"?>
<p:tagLst xmlns:p="http://schemas.openxmlformats.org/presentationml/2006/main">
  <p:tag name="KSO_WM_SLIDE_ID" val="custom20238245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3467"/>
  <p:tag name="KSO_WM_SLIDE_TYPE" val="text"/>
  <p:tag name="KSO_WM_SLIDE_SUBTYPE" val="picTxt"/>
  <p:tag name="KSO_WM_SLIDE_SIZE" val="850.448*382.064"/>
  <p:tag name="KSO_WM_SLIDE_POSITION" val="54.7493*107.09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333_1*i*1"/>
  <p:tag name="KSO_WM_TEMPLATE_CATEGORY" val="custom"/>
  <p:tag name="KSO_WM_TEMPLATE_INDEX" val="20238333"/>
  <p:tag name="KSO_WM_UNIT_LAYERLEVEL" val="1"/>
  <p:tag name="KSO_WM_TAG_VERSION" val="3.0"/>
  <p:tag name="KSO_WM_BEAUTIFY_FLAG" val="#wm#"/>
  <p:tag name="KSO_WM_UNIT_FILL_FORE_SCHEMECOLOR_INDEX" val="2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186.xml><?xml version="1.0" encoding="utf-8"?>
<p:tagLst xmlns:p="http://schemas.openxmlformats.org/presentationml/2006/main">
  <p:tag name="KSO_WM_UNIT_VALUE" val="1226*96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333_1*d*1"/>
  <p:tag name="KSO_WM_TEMPLATE_CATEGORY" val="custom"/>
  <p:tag name="KSO_WM_TEMPLATE_INDEX" val="20238333"/>
  <p:tag name="KSO_WM_UNIT_LAYERLEVEL" val="1"/>
  <p:tag name="KSO_WM_TAG_VERSION" val="3.0"/>
  <p:tag name="KSO_WM_BEAUTIFY_FLAG" val="#wm#"/>
  <p:tag name="KSO_WM_UNIT_LINE_FORE_SCHEMECOLOR_INDEX" val="1"/>
  <p:tag name="KSO_WM_UNIT_LINE_FILL_TYPE" val="2"/>
  <p:tag name="KSO_WM_UNIT_USESOURCEFORMAT_APPLY" val="0"/>
</p:tagLst>
</file>

<file path=ppt/tags/tag1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333"/>
  <p:tag name="KSO_WM_UNIT_ID" val="custom20238333_1*a*1"/>
  <p:tag name="KSO_WM_UNIT_PRESET_TEXT" val="The title goes here"/>
  <p:tag name="KSO_WM_UNIT_TEXT_FILL_FORE_SCHEMECOLOR_INDEX" val="13"/>
  <p:tag name="KSO_WM_UNIT_TEXT_FILL_TYPE" val="1"/>
  <p:tag name="KSO_WM_UNIT_USESOURCEFORMAT_APPLY" val="0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8333_1*i*2"/>
  <p:tag name="KSO_WM_TEMPLATE_CATEGORY" val="custom"/>
  <p:tag name="KSO_WM_TEMPLATE_INDEX" val="20238333"/>
  <p:tag name="KSO_WM_UNIT_LAYERLEVEL" val="1"/>
  <p:tag name="KSO_WM_TAG_VERSION" val="3.0"/>
  <p:tag name="KSO_WM_BEAUTIFY_FLAG" val="#wm#"/>
  <p:tag name="KSO_WM_UNIT_FILL_FORE_SCHEMECOLOR_INDEX" val="2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189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259.70007874015755,&quot;left&quot;:88.87508484367308,&quot;top&quot;:219.6,&quot;width&quot;:408.04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53_3*l_h_f*1_1_1"/>
  <p:tag name="KSO_WM_TEMPLATE_CATEGORY" val="diagram"/>
  <p:tag name="KSO_WM_TEMPLATE_INDEX" val="20237953"/>
  <p:tag name="KSO_WM_UNIT_LAYERLEVEL" val="1_1_1"/>
  <p:tag name="KSO_WM_TAG_VERSION" val="3.0"/>
  <p:tag name="KSO_WM_BEAUTIFY_FLAG" val="#wm#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190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259.70007874015755,&quot;left&quot;:88.87508484367308,&quot;top&quot;:219.6,&quot;width&quot;:408.04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2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53_3*l_h_a*1_1_1"/>
  <p:tag name="KSO_WM_TEMPLATE_CATEGORY" val="diagram"/>
  <p:tag name="KSO_WM_TEMPLATE_INDEX" val="20237953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191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259.70007874015755,&quot;left&quot;:88.87508484367308,&quot;top&quot;:219.6,&quot;width&quot;:408.04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53_3*l_h_f*1_2_1"/>
  <p:tag name="KSO_WM_TEMPLATE_CATEGORY" val="diagram"/>
  <p:tag name="KSO_WM_TEMPLATE_INDEX" val="20237953"/>
  <p:tag name="KSO_WM_UNIT_LAYERLEVEL" val="1_1_1"/>
  <p:tag name="KSO_WM_TAG_VERSION" val="3.0"/>
  <p:tag name="KSO_WM_BEAUTIFY_FLAG" val="#wm#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192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259.70007874015755,&quot;left&quot;:88.87508484367308,&quot;top&quot;:219.6,&quot;width&quot;:408.04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2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53_3*l_h_a*1_2_1"/>
  <p:tag name="KSO_WM_TEMPLATE_CATEGORY" val="diagram"/>
  <p:tag name="KSO_WM_TEMPLATE_INDEX" val="20237953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193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259.70007874015755,&quot;left&quot;:88.87508484367308,&quot;top&quot;:219.6,&quot;width&quot;:408.04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53_3*l_h_f*1_3_1"/>
  <p:tag name="KSO_WM_TEMPLATE_CATEGORY" val="diagram"/>
  <p:tag name="KSO_WM_TEMPLATE_INDEX" val="20237953"/>
  <p:tag name="KSO_WM_UNIT_LAYERLEVEL" val="1_1_1"/>
  <p:tag name="KSO_WM_TAG_VERSION" val="3.0"/>
  <p:tag name="KSO_WM_BEAUTIFY_FLAG" val="#wm#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194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259.70007874015755,&quot;left&quot;:88.87508484367308,&quot;top&quot;:219.6,&quot;width&quot;:408.04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2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53_3*l_h_a*1_3_1"/>
  <p:tag name="KSO_WM_TEMPLATE_CATEGORY" val="diagram"/>
  <p:tag name="KSO_WM_TEMPLATE_INDEX" val="20237953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195.xml><?xml version="1.0" encoding="utf-8"?>
<p:tagLst xmlns:p="http://schemas.openxmlformats.org/presentationml/2006/main">
  <p:tag name="KSO_WM_BEAUTIFY_FLAG" val="#wm#"/>
  <p:tag name="KSO_WM_TEMPLATE_CATEGORY" val="custom"/>
  <p:tag name="KSO_WM_TEMPLATE_MASTER_TYPE" val="0"/>
  <p:tag name="KSO_WM_TEMPLATE_COLOR_TYPE" val="0"/>
  <p:tag name="KSO_WM_DIAGRAM_GROUP_CODE" val="l1-1"/>
  <p:tag name="KSO_WM_SLIDE_DIAGTYPE" val="l"/>
  <p:tag name="KSO_WM_SLIDE_LAYOUT" val="a_d_l"/>
  <p:tag name="KSO_WM_SLIDE_LAYOUT_CNT" val="1_1_1"/>
  <p:tag name="KSO_WM_SLIDE_TYPE" val="text"/>
  <p:tag name="KSO_WM_SLIDE_SUBTYPE" val="picTxt"/>
  <p:tag name="KSO_WM_SLIDE_SIZE" val="408.05*186.55"/>
  <p:tag name="KSO_WM_SLIDE_POSITION" val="88.85*274.5"/>
  <p:tag name="KSO_WM_TEMPLATE_INDEX" val="20233467"/>
  <p:tag name="KSO_WM_TEMPLATE_SUBCATEGORY" val="0"/>
  <p:tag name="KSO_WM_SLIDE_INDEX" val="1"/>
  <p:tag name="KSO_WM_TAG_VERSION" val="3.0"/>
  <p:tag name="KSO_WM_SLIDE_ID" val="custom20238333_1"/>
  <p:tag name="KSO_WM_SLIDE_ITEM_CNT" val="4"/>
  <p:tag name="KSO_WM_SPECIAL_SOURCE" val="bdnull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416_1*a*1"/>
  <p:tag name="KSO_WM_TEMPLATE_CATEGORY" val="custom"/>
  <p:tag name="KSO_WM_TEMPLATE_INDEX" val="20238416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a"/>
  <p:tag name="KSO_WM_UNIT_INDEX" val="1"/>
  <p:tag name="KSO_WM_UNIT_VALUE" val="29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197.xml><?xml version="1.0" encoding="utf-8"?>
<p:tagLst xmlns:p="http://schemas.openxmlformats.org/presentationml/2006/main">
  <p:tag name="KSO_WM_UNIT_VALUE" val="689*105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8414_1*l_h_d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198.xml><?xml version="1.0" encoding="utf-8"?>
<p:tagLst xmlns:p="http://schemas.openxmlformats.org/presentationml/2006/main">
  <p:tag name="KSO_WM_UNIT_VALUE" val="689*111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8414_1*l_h_d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199.xml><?xml version="1.0" encoding="utf-8"?>
<p:tagLst xmlns:p="http://schemas.openxmlformats.org/presentationml/2006/main">
  <p:tag name="KSO_WM_UNIT_VALUE" val="688*9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3_1"/>
  <p:tag name="KSO_WM_UNIT_ID" val="diagram20238414_1*l_h_d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200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414_1*l_h_f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201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414_1*l_h_a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02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414_1*l_h_f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203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414_1*l_h_a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04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414_1*l_h_i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TEXT_FILL_FORE_SCHEMECOLOR_INDEX" val="1"/>
  <p:tag name="KSO_WM_UNIT_TEXT_FILL_TYPE" val="1"/>
  <p:tag name="KSO_WM_UNIT_SHADOW_SCHEMECOLOR_INDEX" val="9"/>
  <p:tag name="KSO_WM_UNIT_USESOURCEFORMAT_APPLY" val="0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414_1*l_h_i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TEXT_FILL_FORE_SCHEMECOLOR_INDEX" val="1"/>
  <p:tag name="KSO_WM_UNIT_TEXT_FILL_TYPE" val="1"/>
  <p:tag name="KSO_WM_UNIT_SHADOW_SCHEMECOLOR_INDEX" val="9"/>
  <p:tag name="KSO_WM_UNIT_USESOURCEFORMAT_APPLY" val="0"/>
</p:tagLst>
</file>

<file path=ppt/tags/tag206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414_1*l_h_f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207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414_1*l_h_a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08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414_1*l_h_i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TEXT_FILL_FORE_SCHEMECOLOR_INDEX" val="1"/>
  <p:tag name="KSO_WM_UNIT_TEXT_FILL_TYPE" val="1"/>
  <p:tag name="KSO_WM_UNIT_SHADOW_SCHEMECOLOR_INDEX" val="9"/>
  <p:tag name="KSO_WM_UNIT_USESOURCEFORMAT_APPLY" val="0"/>
</p:tagLst>
</file>

<file path=ppt/tags/tag209.xml><?xml version="1.0" encoding="utf-8"?>
<p:tagLst xmlns:p="http://schemas.openxmlformats.org/presentationml/2006/main">
  <p:tag name="KSO_WM_SLIDE_ID" val="custom20238416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3467"/>
  <p:tag name="KSO_WM_SLIDE_TYPE" val="text"/>
  <p:tag name="KSO_WM_SLIDE_SUBTYPE" val="picTxt"/>
  <p:tag name="KSO_WM_SLIDE_SIZE" val="904.564*328.446"/>
  <p:tag name="KSO_WM_SLIDE_POSITION" val="-7.87402e-05*139.181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10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2"/>
</p:tagLst>
</file>

<file path=ppt/tags/tag2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21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2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284_1*i*1"/>
  <p:tag name="KSO_WM_TEMPLATE_CATEGORY" val="custom"/>
  <p:tag name="KSO_WM_TEMPLATE_INDEX" val="20238284"/>
  <p:tag name="KSO_WM_UNIT_LAYERLEVEL" val="1"/>
  <p:tag name="KSO_WM_TAG_VERSION" val="3.0"/>
  <p:tag name="KSO_WM_UNIT_FILL_FORE_SCHEMECOLOR_INDEX" val="2"/>
  <p:tag name="KSO_WM_UNIT_FILL_TYPE" val="1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60"/>
  <p:tag name="KSO_WM_TEMPLATE_INDEX" val="20238284"/>
  <p:tag name="KSO_WM_UNIT_ID" val="custom20238284_1*a*1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15.xml><?xml version="1.0" encoding="utf-8"?>
<p:tagLst xmlns:p="http://schemas.openxmlformats.org/presentationml/2006/main">
  <p:tag name="KSO_WM_UNIT_VALUE" val="707*1929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8284_1*d*1"/>
  <p:tag name="KSO_WM_TEMPLATE_CATEGORY" val="custom"/>
  <p:tag name="KSO_WM_TEMPLATE_INDEX" val="20238284"/>
  <p:tag name="KSO_WM_UNIT_LAYERLEVEL" val="1"/>
  <p:tag name="KSO_WM_TAG_VERSION" val="3.0"/>
  <p:tag name="KSO_WM_BEAUTIFY_FLAG" val="#wm#"/>
  <p:tag name="KSO_WM_DIAGRAM_GROUP_CODE" val="l1-1"/>
  <p:tag name="KSO_WM_UNIT_LINE_FORE_SCHEMECOLOR_INDEX" val="1"/>
  <p:tag name="KSO_WM_UNIT_LINE_FILL_TYPE" val="2"/>
  <p:tag name="KSO_WM_UNIT_USESOURCEFORMAT_APPLY" val="0"/>
</p:tagLst>
</file>

<file path=ppt/tags/tag216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139.10000610351562,&quot;width&quot;:850.39678955078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7937_2*l_h_i*1_1_1"/>
  <p:tag name="KSO_WM_TEMPLATE_CATEGORY" val="diagram"/>
  <p:tag name="KSO_WM_TEMPLATE_INDEX" val="20237937"/>
  <p:tag name="KSO_WM_UNIT_LAYERLEVEL" val="1_1_1"/>
  <p:tag name="KSO_WM_TAG_VERSION" val="3.0"/>
  <p:tag name="KSO_WM_BEAUTIFY_FLAG" val="#wm#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217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139.10000610351562,&quot;width&quot;:850.3967895507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37_2*l_h_f*1_1_1"/>
  <p:tag name="KSO_WM_TEMPLATE_CATEGORY" val="diagram"/>
  <p:tag name="KSO_WM_TEMPLATE_INDEX" val="20237937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218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139.10000610351562,&quot;width&quot;:850.3967895507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37_2*l_h_a*1_1_1"/>
  <p:tag name="KSO_WM_TEMPLATE_CATEGORY" val="diagram"/>
  <p:tag name="KSO_WM_TEMPLATE_INDEX" val="2023793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19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139.10000610351562,&quot;width&quot;:850.39678955078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7937_2*l_h_i*1_2_1"/>
  <p:tag name="KSO_WM_TEMPLATE_CATEGORY" val="diagram"/>
  <p:tag name="KSO_WM_TEMPLATE_INDEX" val="20237937"/>
  <p:tag name="KSO_WM_UNIT_LAYERLEVEL" val="1_1_1"/>
  <p:tag name="KSO_WM_TAG_VERSION" val="3.0"/>
  <p:tag name="KSO_WM_BEAUTIFY_FLAG" val="#wm#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220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139.10000610351562,&quot;width&quot;:850.3967895507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37_2*l_h_f*1_2_1"/>
  <p:tag name="KSO_WM_TEMPLATE_CATEGORY" val="diagram"/>
  <p:tag name="KSO_WM_TEMPLATE_INDEX" val="20237937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221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139.10000610351562,&quot;width&quot;:850.3967895507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37_2*l_h_a*1_2_1"/>
  <p:tag name="KSO_WM_TEMPLATE_CATEGORY" val="diagram"/>
  <p:tag name="KSO_WM_TEMPLATE_INDEX" val="2023793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22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139.10000610351562,&quot;width&quot;:850.39678955078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7937_2*l_h_i*1_3_1"/>
  <p:tag name="KSO_WM_TEMPLATE_CATEGORY" val="diagram"/>
  <p:tag name="KSO_WM_TEMPLATE_INDEX" val="20237937"/>
  <p:tag name="KSO_WM_UNIT_LAYERLEVEL" val="1_1_1"/>
  <p:tag name="KSO_WM_TAG_VERSION" val="3.0"/>
  <p:tag name="KSO_WM_BEAUTIFY_FLAG" val="#wm#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0"/>
</p:tagLst>
</file>

<file path=ppt/tags/tag223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139.10000610351562,&quot;width&quot;:850.3967895507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37_2*l_h_f*1_3_1"/>
  <p:tag name="KSO_WM_TEMPLATE_CATEGORY" val="diagram"/>
  <p:tag name="KSO_WM_TEMPLATE_INDEX" val="20237937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224.xml><?xml version="1.0" encoding="utf-8"?>
<p:tagLst xmlns:p="http://schemas.openxmlformats.org/presentationml/2006/main">
  <p:tag name="KSO_WM_DIAGRAM_MAX_ITEMCNT" val="5"/>
  <p:tag name="KSO_WM_DIAGRAM_MIN_ITEMCNT" val="2"/>
  <p:tag name="KSO_WM_DIAGRAM_VIRTUALLY_FRAME" val="{&quot;height&quot;:139.10000610351562,&quot;width&quot;:850.39678955078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37_2*l_h_a*1_3_1"/>
  <p:tag name="KSO_WM_TEMPLATE_CATEGORY" val="diagram"/>
  <p:tag name="KSO_WM_TEMPLATE_INDEX" val="20237937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25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822.45*139.1"/>
  <p:tag name="KSO_WM_SLIDE_POSITION" val="68.65*338.4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3467"/>
  <p:tag name="KSO_WM_TEMPLATE_SUBCATEGORY" val="0"/>
  <p:tag name="KSO_WM_SLIDE_INDEX" val="1"/>
  <p:tag name="KSO_WM_TAG_VERSION" val="3.0"/>
  <p:tag name="KSO_WM_SLIDE_ID" val="custom20238284_1"/>
  <p:tag name="KSO_WM_SLIDE_ITEM_CNT" val="3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8245_1*a*1"/>
  <p:tag name="KSO_WM_TEMPLATE_CATEGORY" val="custom"/>
  <p:tag name="KSO_WM_TEMPLATE_INDEX" val="2023824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3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1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22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251_2*l_h_i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23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51_2*l_h_f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2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251_2*l_h_a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3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251_2*l_h_i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23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51_2*l_h_f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23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251_2*l_h_a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3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51_2*l_h_i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23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51_2*l_h_f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23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8251_2*l_h_a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2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239.xml><?xml version="1.0" encoding="utf-8"?>
<p:tagLst xmlns:p="http://schemas.openxmlformats.org/presentationml/2006/main">
  <p:tag name="KSO_WM_SLIDE_ID" val="custom20238245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3467"/>
  <p:tag name="KSO_WM_SLIDE_TYPE" val="text"/>
  <p:tag name="KSO_WM_SLIDE_SUBTYPE" val="picTxt"/>
  <p:tag name="KSO_WM_SLIDE_SIZE" val="850.448*382.064"/>
  <p:tag name="KSO_WM_SLIDE_POSITION" val="54.7493*107.09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40.xml><?xml version="1.0" encoding="utf-8"?>
<p:tagLst xmlns:p="http://schemas.openxmlformats.org/presentationml/2006/main">
  <p:tag name="KSO_WM_TEMPLATE_CATEGORY" val="custom"/>
  <p:tag name="KSO_WM_TEMPLATE_INDEX" val="20233467"/>
</p:tagLst>
</file>

<file path=ppt/tags/tag241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24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24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416_1*a*1"/>
  <p:tag name="KSO_WM_TEMPLATE_CATEGORY" val="custom"/>
  <p:tag name="KSO_WM_TEMPLATE_INDEX" val="20238416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a"/>
  <p:tag name="KSO_WM_UNIT_INDEX" val="1"/>
  <p:tag name="KSO_WM_UNIT_VALUE" val="29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245.xml><?xml version="1.0" encoding="utf-8"?>
<p:tagLst xmlns:p="http://schemas.openxmlformats.org/presentationml/2006/main">
  <p:tag name="KSO_WM_UNIT_VALUE" val="689*105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8414_1*l_h_d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246.xml><?xml version="1.0" encoding="utf-8"?>
<p:tagLst xmlns:p="http://schemas.openxmlformats.org/presentationml/2006/main">
  <p:tag name="KSO_WM_UNIT_VALUE" val="689*111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8414_1*l_h_d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247.xml><?xml version="1.0" encoding="utf-8"?>
<p:tagLst xmlns:p="http://schemas.openxmlformats.org/presentationml/2006/main">
  <p:tag name="KSO_WM_UNIT_VALUE" val="688*9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3_1"/>
  <p:tag name="KSO_WM_UNIT_ID" val="diagram20238414_1*l_h_d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248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414_1*l_h_f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249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414_1*l_h_a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50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414_1*l_h_f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251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414_1*l_h_a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52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414_1*l_h_i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TEXT_FILL_FORE_SCHEMECOLOR_INDEX" val="1"/>
  <p:tag name="KSO_WM_UNIT_TEXT_FILL_TYPE" val="1"/>
  <p:tag name="KSO_WM_UNIT_SHADOW_SCHEMECOLOR_INDEX" val="9"/>
  <p:tag name="KSO_WM_UNIT_USESOURCEFORMAT_APPLY" val="0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414_1*l_h_i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TEXT_FILL_FORE_SCHEMECOLOR_INDEX" val="1"/>
  <p:tag name="KSO_WM_UNIT_TEXT_FILL_TYPE" val="1"/>
  <p:tag name="KSO_WM_UNIT_SHADOW_SCHEMECOLOR_INDEX" val="9"/>
  <p:tag name="KSO_WM_UNIT_USESOURCEFORMAT_APPLY" val="0"/>
</p:tagLst>
</file>

<file path=ppt/tags/tag254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414_1*l_h_f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255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414_1*l_h_a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256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414_1*l_h_i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TEXT_FILL_FORE_SCHEMECOLOR_INDEX" val="1"/>
  <p:tag name="KSO_WM_UNIT_TEXT_FILL_TYPE" val="1"/>
  <p:tag name="KSO_WM_UNIT_SHADOW_SCHEMECOLOR_INDEX" val="9"/>
  <p:tag name="KSO_WM_UNIT_USESOURCEFORMAT_APPLY" val="0"/>
</p:tagLst>
</file>

<file path=ppt/tags/tag257.xml><?xml version="1.0" encoding="utf-8"?>
<p:tagLst xmlns:p="http://schemas.openxmlformats.org/presentationml/2006/main">
  <p:tag name="KSO_WM_SLIDE_ID" val="custom20238416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3467"/>
  <p:tag name="KSO_WM_SLIDE_TYPE" val="text"/>
  <p:tag name="KSO_WM_SLIDE_SUBTYPE" val="picTxt"/>
  <p:tag name="KSO_WM_SLIDE_SIZE" val="904.564*328.446"/>
  <p:tag name="KSO_WM_SLIDE_POSITION" val="-7.87402e-05*139.181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258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2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26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261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26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26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264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2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26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267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2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26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270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2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27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273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2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275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276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2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27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279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2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28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282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28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28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285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2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28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288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28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29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291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2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29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294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29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29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297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29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29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00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0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0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03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0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05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06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0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0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09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1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12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1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15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1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1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18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2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21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2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24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2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27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2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30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3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3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33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3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35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36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3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3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39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4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4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42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4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4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45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4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4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48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4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5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51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5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5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54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5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5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57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5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5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60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6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63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65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66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6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69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7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72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7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75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7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78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8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81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8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84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8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87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8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90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3"/>
</p:tagLst>
</file>

<file path=ppt/tags/tag3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39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393.xml><?xml version="1.0" encoding="utf-8"?>
<p:tagLst xmlns:p="http://schemas.openxmlformats.org/presentationml/2006/main">
  <p:tag name="KSO_WM_UNIT_VALUE" val="952*3384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8285_1*d*1"/>
  <p:tag name="KSO_WM_TEMPLATE_CATEGORY" val="custom"/>
  <p:tag name="KSO_WM_TEMPLATE_INDEX" val="20238285"/>
  <p:tag name="KSO_WM_UNIT_LAYERLEVEL" val="1"/>
  <p:tag name="KSO_WM_TAG_VERSION" val="3.0"/>
  <p:tag name="KSO_WM_BEAUTIFY_FLAG" val="#wm#"/>
  <p:tag name="KSO_WM_DIAGRAM_GROUP_CODE" val="l1-1"/>
  <p:tag name="KSO_WM_UNIT_LINE_FORE_SCHEMECOLOR_INDEX" val="1"/>
  <p:tag name="KSO_WM_UNIT_LINE_FILL_TYPE" val="2"/>
  <p:tag name="KSO_WM_UNIT_USESOURCEFORMAT_APPLY" val="0"/>
</p:tagLst>
</file>

<file path=ppt/tags/tag39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285_1*i*1"/>
  <p:tag name="KSO_WM_TEMPLATE_CATEGORY" val="custom"/>
  <p:tag name="KSO_WM_TEMPLATE_INDEX" val="20238285"/>
  <p:tag name="KSO_WM_UNIT_LAYERLEVEL" val="1"/>
  <p:tag name="KSO_WM_TAG_VERSION" val="3.0"/>
  <p:tag name="KSO_WM_UNIT_FILL_FORE_SCHEMECOLOR_INDEX" val="2"/>
  <p:tag name="KSO_WM_UNIT_FILL_TYPE" val="1"/>
  <p:tag name="KSO_WM_UNIT_LINE_FORE_SCHEMECOLOR_INDEX" val="5"/>
  <p:tag name="KSO_WM_UNIT_LINE_FILL_TYPE" val="2"/>
  <p:tag name="KSO_WM_UNIT_SHADOW_SCHEMECOLOR_INDEX" val="5"/>
  <p:tag name="KSO_WM_UNIT_TEXT_FILL_FORE_SCHEMECOLOR_INDEX" val="13"/>
  <p:tag name="KSO_WM_UNIT_TEXT_FILL_TYPE" val="1"/>
  <p:tag name="KSO_WM_UNIT_USESOURCEFORMAT_APPLY" val="0"/>
</p:tagLst>
</file>

<file path=ppt/tags/tag39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285_1*a*1"/>
  <p:tag name="KSO_WM_TEMPLATE_CATEGORY" val="custom"/>
  <p:tag name="KSO_WM_TEMPLATE_INDEX" val="20238285"/>
  <p:tag name="KSO_WM_UNIT_LAYERLEVEL" val="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DIAGRAM_GROUP_CODE" val="l1-1"/>
  <p:tag name="KSO_WM_UNIT_USESOURCEFORMAT_APPLY" val="0"/>
  <p:tag name="KSO_WM_UNIT_PRESET_TEXT" val="Your title here"/>
</p:tagLst>
</file>

<file path=ppt/tags/tag396.xml><?xml version="1.0" encoding="utf-8"?>
<p:tagLst xmlns:p="http://schemas.openxmlformats.org/presentationml/2006/main"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35_3*l_h_f*1_1_1"/>
  <p:tag name="KSO_WM_TEMPLATE_CATEGORY" val="diagram"/>
  <p:tag name="KSO_WM_TEMPLATE_INDEX" val="20237935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USESOURCEFORMAT_APPLY" val="0"/>
</p:tagLst>
</file>

<file path=ppt/tags/tag397.xml><?xml version="1.0" encoding="utf-8"?>
<p:tagLst xmlns:p="http://schemas.openxmlformats.org/presentationml/2006/main"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35_3*l_h_a*1_1_1"/>
  <p:tag name="KSO_WM_TEMPLATE_CATEGORY" val="diagram"/>
  <p:tag name="KSO_WM_TEMPLATE_INDEX" val="20237935"/>
  <p:tag name="KSO_WM_UNIT_LAYERLEVEL" val="1_1_1"/>
  <p:tag name="KSO_WM_TAG_VERSION" val="3.0"/>
  <p:tag name="KSO_WM_BEAUTIFY_FLAG" val="#wm#"/>
  <p:tag name="KSO_WM_UNIT_PRESET_TEXT" val="Your title here"/>
  <p:tag name="KSO_WM_UNIT_USESOURCEFORMAT_APPLY" val="0"/>
</p:tagLst>
</file>

<file path=ppt/tags/tag398.xml><?xml version="1.0" encoding="utf-8"?>
<p:tagLst xmlns:p="http://schemas.openxmlformats.org/presentationml/2006/main"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35_3*l_h_f*1_3_1"/>
  <p:tag name="KSO_WM_TEMPLATE_CATEGORY" val="diagram"/>
  <p:tag name="KSO_WM_TEMPLATE_INDEX" val="20237935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USESOURCEFORMAT_APPLY" val="0"/>
</p:tagLst>
</file>

<file path=ppt/tags/tag399.xml><?xml version="1.0" encoding="utf-8"?>
<p:tagLst xmlns:p="http://schemas.openxmlformats.org/presentationml/2006/main"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35_3*l_h_a*1_3_1"/>
  <p:tag name="KSO_WM_TEMPLATE_CATEGORY" val="diagram"/>
  <p:tag name="KSO_WM_TEMPLATE_INDEX" val="20237935"/>
  <p:tag name="KSO_WM_UNIT_LAYERLEVEL" val="1_1_1"/>
  <p:tag name="KSO_WM_TAG_VERSION" val="3.0"/>
  <p:tag name="KSO_WM_BEAUTIFY_FLAG" val="#wm#"/>
  <p:tag name="KSO_WM_UNIT_PRESET_TEXT" val="Your title here"/>
  <p:tag name="KSO_WM_UNIT_USESOURCEFORMAT_APPLY" val="0"/>
</p:tagLst>
</file>

<file path=ppt/tags/tag400.xml><?xml version="1.0" encoding="utf-8"?>
<p:tagLst xmlns:p="http://schemas.openxmlformats.org/presentationml/2006/main"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13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35_3*l_h_f*1_2_1"/>
  <p:tag name="KSO_WM_TEMPLATE_CATEGORY" val="diagram"/>
  <p:tag name="KSO_WM_TEMPLATE_INDEX" val="20237935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USESOURCEFORMAT_APPLY" val="0"/>
</p:tagLst>
</file>

<file path=ppt/tags/tag401.xml><?xml version="1.0" encoding="utf-8"?>
<p:tagLst xmlns:p="http://schemas.openxmlformats.org/presentationml/2006/main">
  <p:tag name="KSO_WM_DIAGRAM_MAX_ITEMCNT" val="3"/>
  <p:tag name="KSO_WM_DIAGRAM_MIN_ITEMCNT" val="1"/>
  <p:tag name="KSO_WM_DIAGRAM_VIRTUALLY_FRAME" val="{&quot;height&quot;:132.14999389648438,&quot;width&quot;:74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35_3*l_h_a*1_2_1"/>
  <p:tag name="KSO_WM_TEMPLATE_CATEGORY" val="diagram"/>
  <p:tag name="KSO_WM_TEMPLATE_INDEX" val="20237935"/>
  <p:tag name="KSO_WM_UNIT_LAYERLEVEL" val="1_1_1"/>
  <p:tag name="KSO_WM_TAG_VERSION" val="3.0"/>
  <p:tag name="KSO_WM_BEAUTIFY_FLAG" val="#wm#"/>
  <p:tag name="KSO_WM_UNIT_PRESET_TEXT" val="Your title here"/>
  <p:tag name="KSO_WM_UNIT_USESOURCEFORMAT_APPLY" val="0"/>
</p:tagLst>
</file>

<file path=ppt/tags/tag402.xml><?xml version="1.0" encoding="utf-8"?>
<p:tagLst xmlns:p="http://schemas.openxmlformats.org/presentationml/2006/main">
  <p:tag name="KSO_WM_SLIDE_ID" val="custom20238285_1"/>
  <p:tag name="KSO_WM_TEMPLATE_SUBCATEGORY" val="0"/>
  <p:tag name="KSO_WM_TEMPLATE_MASTER_TYPE" val="0"/>
  <p:tag name="KSO_WM_TEMPLATE_COLOR_TYPE" val="0"/>
  <p:tag name="KSO_WM_SLIDE_ITEM_CNT" val="1"/>
  <p:tag name="KSO_WM_SLIDE_INDEX" val="1"/>
  <p:tag name="KSO_WM_TAG_VERSION" val="3.0"/>
  <p:tag name="KSO_WM_BEAUTIFY_FLAG" val="#wm#"/>
  <p:tag name="KSO_WM_TEMPLATE_CATEGORY" val="custom"/>
  <p:tag name="KSO_WM_TEMPLATE_INDEX" val="20233467"/>
  <p:tag name="KSO_WM_SLIDE_TYPE" val="text"/>
  <p:tag name="KSO_WM_SLIDE_SUBTYPE" val="picTxt"/>
  <p:tag name="KSO_WM_SLIDE_SIZE" val="745.9*95.95"/>
  <p:tag name="KSO_WM_SLIDE_POSITION" val="118.15*379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416_1*a*1"/>
  <p:tag name="KSO_WM_TEMPLATE_CATEGORY" val="custom"/>
  <p:tag name="KSO_WM_TEMPLATE_INDEX" val="20238416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a"/>
  <p:tag name="KSO_WM_UNIT_INDEX" val="1"/>
  <p:tag name="KSO_WM_UNIT_VALUE" val="29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404.xml><?xml version="1.0" encoding="utf-8"?>
<p:tagLst xmlns:p="http://schemas.openxmlformats.org/presentationml/2006/main">
  <p:tag name="KSO_WM_UNIT_VALUE" val="689*105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8414_1*l_h_d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405.xml><?xml version="1.0" encoding="utf-8"?>
<p:tagLst xmlns:p="http://schemas.openxmlformats.org/presentationml/2006/main">
  <p:tag name="KSO_WM_UNIT_VALUE" val="689*111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8414_1*l_h_d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406.xml><?xml version="1.0" encoding="utf-8"?>
<p:tagLst xmlns:p="http://schemas.openxmlformats.org/presentationml/2006/main">
  <p:tag name="KSO_WM_UNIT_VALUE" val="688*9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3_1"/>
  <p:tag name="KSO_WM_UNIT_ID" val="diagram20238414_1*l_h_d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407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414_1*l_h_f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408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414_1*l_h_a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409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414_1*l_h_f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410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414_1*l_h_a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411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414_1*l_h_i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TEXT_FILL_FORE_SCHEMECOLOR_INDEX" val="1"/>
  <p:tag name="KSO_WM_UNIT_TEXT_FILL_TYPE" val="1"/>
  <p:tag name="KSO_WM_UNIT_SHADOW_SCHEMECOLOR_INDEX" val="9"/>
  <p:tag name="KSO_WM_UNIT_USESOURCEFORMAT_APPLY" val="0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414_1*l_h_i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TEXT_FILL_FORE_SCHEMECOLOR_INDEX" val="1"/>
  <p:tag name="KSO_WM_UNIT_TEXT_FILL_TYPE" val="1"/>
  <p:tag name="KSO_WM_UNIT_SHADOW_SCHEMECOLOR_INDEX" val="9"/>
  <p:tag name="KSO_WM_UNIT_USESOURCEFORMAT_APPLY" val="0"/>
</p:tagLst>
</file>

<file path=ppt/tags/tag413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414_1*l_h_f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414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414_1*l_h_a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415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414_1*l_h_i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TEXT_FILL_FORE_SCHEMECOLOR_INDEX" val="1"/>
  <p:tag name="KSO_WM_UNIT_TEXT_FILL_TYPE" val="1"/>
  <p:tag name="KSO_WM_UNIT_SHADOW_SCHEMECOLOR_INDEX" val="9"/>
  <p:tag name="KSO_WM_UNIT_USESOURCEFORMAT_APPLY" val="0"/>
</p:tagLst>
</file>

<file path=ppt/tags/tag416.xml><?xml version="1.0" encoding="utf-8"?>
<p:tagLst xmlns:p="http://schemas.openxmlformats.org/presentationml/2006/main">
  <p:tag name="KSO_WM_SLIDE_ID" val="custom20238416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3467"/>
  <p:tag name="KSO_WM_SLIDE_TYPE" val="text"/>
  <p:tag name="KSO_WM_SLIDE_SUBTYPE" val="picTxt"/>
  <p:tag name="KSO_WM_SLIDE_SIZE" val="904.564*328.446"/>
  <p:tag name="KSO_WM_SLIDE_POSITION" val="-7.87402e-05*139.181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417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4"/>
</p:tagLst>
</file>

<file path=ppt/tags/tag4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41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420.xml><?xml version="1.0" encoding="utf-8"?>
<p:tagLst xmlns:p="http://schemas.openxmlformats.org/presentationml/2006/main">
  <p:tag name="KSO_WM_UNIT_VALUE" val="811*167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339_1*d*1"/>
  <p:tag name="KSO_WM_TEMPLATE_CATEGORY" val="custom"/>
  <p:tag name="KSO_WM_TEMPLATE_INDEX" val="20238339"/>
  <p:tag name="KSO_WM_UNIT_LAYERLEVEL" val="1"/>
  <p:tag name="KSO_WM_TAG_VERSION" val="3.0"/>
  <p:tag name="KSO_WM_BEAUTIFY_FLAG" val="#wm#"/>
  <p:tag name="KSO_WM_UNIT_LINE_FORE_SCHEMECOLOR_INDEX" val="1"/>
  <p:tag name="KSO_WM_UNIT_LINE_FILL_TYPE" val="2"/>
  <p:tag name="KSO_WM_UNIT_USESOURCEFORMAT_APPLY" val="0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339_1*i*1"/>
  <p:tag name="KSO_WM_TEMPLATE_CATEGORY" val="custom"/>
  <p:tag name="KSO_WM_TEMPLATE_INDEX" val="20238339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4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339"/>
  <p:tag name="KSO_WM_UNIT_ID" val="custom20238339_1*a*1"/>
  <p:tag name="KSO_WM_UNIT_PRESET_TEXT" val="The title goes here"/>
  <p:tag name="KSO_WM_UNIT_TEXT_FILL_FORE_SCHEMECOLOR_INDEX" val="2"/>
  <p:tag name="KSO_WM_UNIT_TEXT_FILL_TYPE" val="1"/>
  <p:tag name="KSO_WM_UNIT_USESOURCEFORMAT_APPLY" val="0"/>
</p:tagLst>
</file>

<file path=ppt/tags/tag423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109.82921600341797,&quot;width&quot;:850.446777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52_3*l_h_f*1_1_1"/>
  <p:tag name="KSO_WM_TEMPLATE_CATEGORY" val="diagram"/>
  <p:tag name="KSO_WM_TEMPLATE_INDEX" val="20237952"/>
  <p:tag name="KSO_WM_UNIT_LAYERLEVEL" val="1_1_1"/>
  <p:tag name="KSO_WM_TAG_VERSION" val="3.0"/>
  <p:tag name="KSO_WM_BEAUTIFY_FLAG" val="#wm#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424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109.82921600341797,&quot;width&quot;:850.446777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52_3*l_h_a*1_1_1"/>
  <p:tag name="KSO_WM_TEMPLATE_CATEGORY" val="diagram"/>
  <p:tag name="KSO_WM_TEMPLATE_INDEX" val="20237952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425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109.82921600341797,&quot;width&quot;:850.446777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52_3*l_h_f*1_2_1"/>
  <p:tag name="KSO_WM_TEMPLATE_CATEGORY" val="diagram"/>
  <p:tag name="KSO_WM_TEMPLATE_INDEX" val="20237952"/>
  <p:tag name="KSO_WM_UNIT_LAYERLEVEL" val="1_1_1"/>
  <p:tag name="KSO_WM_TAG_VERSION" val="3.0"/>
  <p:tag name="KSO_WM_BEAUTIFY_FLAG" val="#wm#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426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109.82921600341797,&quot;width&quot;:850.446777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52_3*l_h_a*1_2_1"/>
  <p:tag name="KSO_WM_TEMPLATE_CATEGORY" val="diagram"/>
  <p:tag name="KSO_WM_TEMPLATE_INDEX" val="20237952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427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109.82921600341797,&quot;width&quot;:850.446777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52_3*l_h_f*1_3_1"/>
  <p:tag name="KSO_WM_TEMPLATE_CATEGORY" val="diagram"/>
  <p:tag name="KSO_WM_TEMPLATE_INDEX" val="20237952"/>
  <p:tag name="KSO_WM_UNIT_LAYERLEVEL" val="1_1_1"/>
  <p:tag name="KSO_WM_TAG_VERSION" val="3.0"/>
  <p:tag name="KSO_WM_BEAUTIFY_FLAG" val="#wm#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428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109.82921600341797,&quot;width&quot;:850.4467773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52_3*l_h_a*1_3_1"/>
  <p:tag name="KSO_WM_TEMPLATE_CATEGORY" val="diagram"/>
  <p:tag name="KSO_WM_TEMPLATE_INDEX" val="20237952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429.xml><?xml version="1.0" encoding="utf-8"?>
<p:tagLst xmlns:p="http://schemas.openxmlformats.org/presentationml/2006/main">
  <p:tag name="KSO_WM_BEAUTIFY_FLAG" val="#wm#"/>
  <p:tag name="KSO_WM_TEMPLATE_CATEGORY" val="custom"/>
  <p:tag name="KSO_WM_TEMPLATE_MASTER_TYPE" val="0"/>
  <p:tag name="KSO_WM_TEMPLATE_COLOR_TYPE" val="0"/>
  <p:tag name="KSO_WM_DIAGRAM_GROUP_CODE" val="l1-1"/>
  <p:tag name="KSO_WM_SLIDE_DIAGTYPE" val="l"/>
  <p:tag name="KSO_WM_SLIDE_LAYOUT" val="a_d_l"/>
  <p:tag name="KSO_WM_SLIDE_LAYOUT_CNT" val="1_1_1"/>
  <p:tag name="KSO_WM_SLIDE_TYPE" val="text"/>
  <p:tag name="KSO_WM_SLIDE_SUBTYPE" val="picTxt"/>
  <p:tag name="KSO_WM_SLIDE_SIZE" val="850.447*57.5039"/>
  <p:tag name="KSO_WM_SLIDE_POSITION" val="55.75*400.888"/>
  <p:tag name="KSO_WM_TEMPLATE_INDEX" val="20233467"/>
  <p:tag name="KSO_WM_TEMPLATE_SUBCATEGORY" val="0"/>
  <p:tag name="KSO_WM_SLIDE_INDEX" val="1"/>
  <p:tag name="KSO_WM_TAG_VERSION" val="3.0"/>
  <p:tag name="KSO_WM_SLIDE_ID" val="custom20238339_1"/>
  <p:tag name="KSO_WM_SLIDE_ITEM_CNT" val="4"/>
  <p:tag name="KSO_WM_SPECIAL_SOURCE" val="bdnull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8245_1*a*1"/>
  <p:tag name="KSO_WM_TEMPLATE_CATEGORY" val="custom"/>
  <p:tag name="KSO_WM_TEMPLATE_INDEX" val="2023824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3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1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43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251_2*l_h_i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43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51_2*l_h_f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43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251_2*l_h_a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43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251_2*l_h_i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43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51_2*l_h_f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43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251_2*l_h_a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43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51_2*l_h_i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44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51_2*l_h_f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44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8251_2*l_h_a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4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2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443.xml><?xml version="1.0" encoding="utf-8"?>
<p:tagLst xmlns:p="http://schemas.openxmlformats.org/presentationml/2006/main">
  <p:tag name="KSO_WM_SLIDE_ID" val="custom20238245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3467"/>
  <p:tag name="KSO_WM_SLIDE_TYPE" val="text"/>
  <p:tag name="KSO_WM_SLIDE_SUBTYPE" val="picTxt"/>
  <p:tag name="KSO_WM_SLIDE_SIZE" val="850.448*382.064"/>
  <p:tag name="KSO_WM_SLIDE_POSITION" val="54.7493*107.09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444.xml><?xml version="1.0" encoding="utf-8"?>
<p:tagLst xmlns:p="http://schemas.openxmlformats.org/presentationml/2006/main">
  <p:tag name="KSO_WM_TEMPLATE_CATEGORY" val="custom"/>
  <p:tag name="KSO_WM_TEMPLATE_INDEX" val="20233467"/>
</p:tagLst>
</file>

<file path=ppt/tags/tag445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5"/>
</p:tagLst>
</file>

<file path=ppt/tags/tag44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44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8245_1*a*1"/>
  <p:tag name="KSO_WM_TEMPLATE_CATEGORY" val="custom"/>
  <p:tag name="KSO_WM_TEMPLATE_INDEX" val="2023824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3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1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45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251_2*l_h_i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45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51_2*l_h_f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45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251_2*l_h_a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45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251_2*l_h_i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45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51_2*l_h_f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45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251_2*l_h_a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45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51_2*l_h_i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45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51_2*l_h_f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4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8251_2*l_h_a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2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461.xml><?xml version="1.0" encoding="utf-8"?>
<p:tagLst xmlns:p="http://schemas.openxmlformats.org/presentationml/2006/main">
  <p:tag name="KSO_WM_SLIDE_ID" val="custom20238245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3467"/>
  <p:tag name="KSO_WM_SLIDE_TYPE" val="text"/>
  <p:tag name="KSO_WM_SLIDE_SUBTYPE" val="picTxt"/>
  <p:tag name="KSO_WM_SLIDE_SIZE" val="850.448*382.064"/>
  <p:tag name="KSO_WM_SLIDE_POSITION" val="54.7493*107.09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46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UNIT_TEXT_FILL_FORE_SCHEMECOLOR_INDEX" val="13"/>
  <p:tag name="KSO_WM_UNIT_TEXT_FILL_TYPE" val="1"/>
  <p:tag name="KSO_WM_UNIT_USESOURCEFORMAT_APPLY" val="0"/>
  <p:tag name="KSO_WM_TEMPLATE_INDEX" val="20238254"/>
  <p:tag name="KSO_WM_UNIT_ID" val="custom20238254_1*a*1"/>
  <p:tag name="KSO_WM_UNIT_PRESET_TEXT" val="Your title here"/>
</p:tagLst>
</file>

<file path=ppt/tags/tag463.xml><?xml version="1.0" encoding="utf-8"?>
<p:tagLst xmlns:p="http://schemas.openxmlformats.org/presentationml/2006/main">
  <p:tag name="KSO_WM_BEAUTIFY_FLAG" val="#wm#"/>
  <p:tag name="KSO_WM_UNIT_VALUE" val="1904*151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254_1*d*1"/>
  <p:tag name="KSO_WM_TEMPLATE_CATEGORY" val="custom"/>
  <p:tag name="KSO_WM_TEMPLATE_INDEX" val="20238254"/>
  <p:tag name="KSO_WM_UNIT_LAYERLEVEL" val="1"/>
  <p:tag name="KSO_WM_TAG_VERSION" val="3.0"/>
  <p:tag name="KSO_WM_UNIT_LINE_FORE_SCHEMECOLOR_INDEX" val="1"/>
  <p:tag name="KSO_WM_UNIT_LINE_FILL_TYPE" val="2"/>
  <p:tag name="KSO_WM_UNIT_USESOURCEFORMAT_APPLY" val="0"/>
</p:tagLst>
</file>

<file path=ppt/tags/tag464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44_2*l_h_f*1_1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465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44_2*l_h_a*1_1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0"/>
</p:tagLst>
</file>

<file path=ppt/tags/tag466.xml><?xml version="1.0" encoding="utf-8"?>
<p:tagLst xmlns:p="http://schemas.openxmlformats.org/presentationml/2006/main">
  <p:tag name="KSO_WM_UNIT_TEXT_FILL_FORE_SCHEMECOLOR_INDEX_BRIGHTNESS" val="0.15"/>
  <p:tag name="KSO_WM_UNIT_FILL_TYPE" val="3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7944_2*l_h_i*1_1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01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467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44_2*l_h_f*1_2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468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44_2*l_h_a*1_2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0"/>
</p:tagLst>
</file>

<file path=ppt/tags/tag469.xml><?xml version="1.0" encoding="utf-8"?>
<p:tagLst xmlns:p="http://schemas.openxmlformats.org/presentationml/2006/main">
  <p:tag name="KSO_WM_UNIT_TEXT_FILL_FORE_SCHEMECOLOR_INDEX_BRIGHTNESS" val="0.15"/>
  <p:tag name="KSO_WM_UNIT_FILL_TYPE" val="3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7944_2*l_h_i*1_2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02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470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44_2*l_h_f*1_3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471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44_2*l_h_a*1_3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Title"/>
  <p:tag name="KSO_WM_UNIT_TEXT_FILL_FORE_SCHEMECOLOR_INDEX" val="1"/>
  <p:tag name="KSO_WM_UNIT_TEXT_FILL_TYPE" val="1"/>
  <p:tag name="KSO_WM_UNIT_USESOURCEFORMAT_APPLY" val="0"/>
</p:tagLst>
</file>

<file path=ppt/tags/tag472.xml><?xml version="1.0" encoding="utf-8"?>
<p:tagLst xmlns:p="http://schemas.openxmlformats.org/presentationml/2006/main">
  <p:tag name="KSO_WM_UNIT_TEXT_FILL_FORE_SCHEMECOLOR_INDEX_BRIGHTNESS" val="0.15"/>
  <p:tag name="KSO_WM_UNIT_FILL_TYPE" val="3"/>
  <p:tag name="KSO_WM_DIAGRAM_MAX_ITEMCNT" val="4"/>
  <p:tag name="KSO_WM_DIAGRAM_MIN_ITEMCNT" val="2"/>
  <p:tag name="KSO_WM_DIAGRAM_VIRTUALLY_FRAME" val="{&quot;height&quot;:366.4813537597656,&quot;width&quot;:414.6177978515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7944_2*l_h_i*1_3_1"/>
  <p:tag name="KSO_WM_TEMPLATE_CATEGORY" val="diagram"/>
  <p:tag name="KSO_WM_TEMPLATE_INDEX" val="20237944"/>
  <p:tag name="KSO_WM_UNIT_LAYERLEVEL" val="1_1_1"/>
  <p:tag name="KSO_WM_TAG_VERSION" val="3.0"/>
  <p:tag name="KSO_WM_BEAUTIFY_FLAG" val="#wm#"/>
  <p:tag name="KSO_WM_UNIT_PRESET_TEXT" val="03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0"/>
</p:tagLst>
</file>

<file path=ppt/tags/tag473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414.6*361.249"/>
  <p:tag name="KSO_WM_SLIDE_POSITION" val="54.7*125.201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3467"/>
  <p:tag name="KSO_WM_TEMPLATE_SUBCATEGORY" val="0"/>
  <p:tag name="KSO_WM_SLIDE_INDEX" val="1"/>
  <p:tag name="KSO_WM_TAG_VERSION" val="3.0"/>
  <p:tag name="KSO_WM_SLIDE_ID" val="custom20238254_1"/>
  <p:tag name="KSO_WM_SLIDE_ITEM_CNT" val="3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416_1*a*1"/>
  <p:tag name="KSO_WM_TEMPLATE_CATEGORY" val="custom"/>
  <p:tag name="KSO_WM_TEMPLATE_INDEX" val="20238416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l1-1"/>
  <p:tag name="KSO_WM_UNIT_TYPE" val="a"/>
  <p:tag name="KSO_WM_UNIT_INDEX" val="1"/>
  <p:tag name="KSO_WM_UNIT_VALUE" val="29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475.xml><?xml version="1.0" encoding="utf-8"?>
<p:tagLst xmlns:p="http://schemas.openxmlformats.org/presentationml/2006/main">
  <p:tag name="KSO_WM_UNIT_VALUE" val="689*105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2_1"/>
  <p:tag name="KSO_WM_UNIT_ID" val="diagram20238414_1*l_h_d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476.xml><?xml version="1.0" encoding="utf-8"?>
<p:tagLst xmlns:p="http://schemas.openxmlformats.org/presentationml/2006/main">
  <p:tag name="KSO_WM_UNIT_VALUE" val="689*111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1_1"/>
  <p:tag name="KSO_WM_UNIT_ID" val="diagram20238414_1*l_h_d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477.xml><?xml version="1.0" encoding="utf-8"?>
<p:tagLst xmlns:p="http://schemas.openxmlformats.org/presentationml/2006/main">
  <p:tag name="KSO_WM_UNIT_VALUE" val="688*92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d"/>
  <p:tag name="KSO_WM_UNIT_INDEX" val="1_3_1"/>
  <p:tag name="KSO_WM_UNIT_ID" val="diagram20238414_1*l_h_d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0"/>
</p:tagLst>
</file>

<file path=ppt/tags/tag478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414_1*l_h_f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479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414_1*l_h_a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480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414_1*l_h_f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481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414_1*l_h_a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482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414_1*l_h_i*1_2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TEXT_FILL_FORE_SCHEMECOLOR_INDEX" val="1"/>
  <p:tag name="KSO_WM_UNIT_TEXT_FILL_TYPE" val="1"/>
  <p:tag name="KSO_WM_UNIT_SHADOW_SCHEMECOLOR_INDEX" val="9"/>
  <p:tag name="KSO_WM_UNIT_USESOURCEFORMAT_APPLY" val="0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414_1*l_h_i*1_1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VIRTUALLY_FRAME" val="{&quot;height&quot;:328.44598388671875,&quot;width&quot;:904.5641479492188}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TEXT_FILL_FORE_SCHEMECOLOR_INDEX" val="1"/>
  <p:tag name="KSO_WM_UNIT_TEXT_FILL_TYPE" val="1"/>
  <p:tag name="KSO_WM_UNIT_SHADOW_SCHEMECOLOR_INDEX" val="9"/>
  <p:tag name="KSO_WM_UNIT_USESOURCEFORMAT_APPLY" val="0"/>
</p:tagLst>
</file>

<file path=ppt/tags/tag484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414_1*l_h_f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485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414_1*l_h_a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486.xml><?xml version="1.0" encoding="utf-8"?>
<p:tagLst xmlns:p="http://schemas.openxmlformats.org/presentationml/2006/main">
  <p:tag name="KSO_WM_DIAGRAM_VIRTUALLY_FRAME" val="{&quot;height&quot;:328.44598388671875,&quot;width&quot;:904.5641479492188}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414_1*l_h_i*1_3_1"/>
  <p:tag name="KSO_WM_TEMPLATE_CATEGORY" val="diagram"/>
  <p:tag name="KSO_WM_TEMPLATE_INDEX" val="20238414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3"/>
  <p:tag name="KSO_WM_DIAGRAM_MIN_ITEMCNT" val="3"/>
  <p:tag name="KSO_WM_DIAGRAM_COLOR_MATCH_VALUE" val="{&quot;shape&quot;:{&quot;fill&quot;:{&quot;solid&quot;:{&quot;brightness&quot;:0,&quot;colorType&quot;:2,&quot;rgb&quot;:&quot;#ffffff&quot;,&quot;transparency&quot;:0.15000000596046448},&quot;type&quot;:1},&quot;glow&quot;:{&quot;colorType&quot;:0},&quot;line&quot;:{&quot;type&quot;:0},&quot;shadow&quot;:{&quot;brightness&quot;:-0.5,&quot;colorType&quot;:1,&quot;foreColorIndex&quot;:9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9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TEXT_FILL_FORE_SCHEMECOLOR_INDEX" val="1"/>
  <p:tag name="KSO_WM_UNIT_TEXT_FILL_TYPE" val="1"/>
  <p:tag name="KSO_WM_UNIT_SHADOW_SCHEMECOLOR_INDEX" val="9"/>
  <p:tag name="KSO_WM_UNIT_USESOURCEFORMAT_APPLY" val="0"/>
</p:tagLst>
</file>

<file path=ppt/tags/tag487.xml><?xml version="1.0" encoding="utf-8"?>
<p:tagLst xmlns:p="http://schemas.openxmlformats.org/presentationml/2006/main">
  <p:tag name="KSO_WM_SLIDE_ID" val="custom20238416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3467"/>
  <p:tag name="KSO_WM_SLIDE_TYPE" val="text"/>
  <p:tag name="KSO_WM_SLIDE_SUBTYPE" val="picTxt"/>
  <p:tag name="KSO_WM_SLIDE_SIZE" val="904.564*328.446"/>
  <p:tag name="KSO_WM_SLIDE_POSITION" val="-7.87402e-05*139.181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488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custom20233467_7*e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06"/>
</p:tagLst>
</file>

<file path=ppt/tags/tag48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7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Click to add title"/>
</p:tagLst>
</file>

<file path=ppt/tags/tag49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4.8&quot;,&quot;top&quot;:&quot;109.3&quot;,&quot;width&quot;:&quot;527.9&quot;,&quot;height&quot;:&quot;299.25&quot;}"/>
  <p:tag name="KSO_WM_SPECIAL_SOURCE" val="bdnull"/>
  <p:tag name="KSO_WM_SLIDE_ID" val="custom20233467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67"/>
  <p:tag name="KSO_WM_SLIDE_LAYOUT" val="a_e"/>
  <p:tag name="KSO_WM_SLIDE_LAYOUT_CNT" val="1_1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333_1*i*1"/>
  <p:tag name="KSO_WM_TEMPLATE_CATEGORY" val="custom"/>
  <p:tag name="KSO_WM_TEMPLATE_INDEX" val="20238333"/>
  <p:tag name="KSO_WM_UNIT_LAYERLEVEL" val="1"/>
  <p:tag name="KSO_WM_TAG_VERSION" val="3.0"/>
  <p:tag name="KSO_WM_BEAUTIFY_FLAG" val="#wm#"/>
  <p:tag name="KSO_WM_UNIT_FILL_FORE_SCHEMECOLOR_INDEX" val="2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492.xml><?xml version="1.0" encoding="utf-8"?>
<p:tagLst xmlns:p="http://schemas.openxmlformats.org/presentationml/2006/main">
  <p:tag name="KSO_WM_UNIT_VALUE" val="1226*96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333_1*d*1"/>
  <p:tag name="KSO_WM_TEMPLATE_CATEGORY" val="custom"/>
  <p:tag name="KSO_WM_TEMPLATE_INDEX" val="20238333"/>
  <p:tag name="KSO_WM_UNIT_LAYERLEVEL" val="1"/>
  <p:tag name="KSO_WM_TAG_VERSION" val="3.0"/>
  <p:tag name="KSO_WM_BEAUTIFY_FLAG" val="#wm#"/>
  <p:tag name="KSO_WM_UNIT_LINE_FORE_SCHEMECOLOR_INDEX" val="1"/>
  <p:tag name="KSO_WM_UNIT_LINE_FILL_TYPE" val="2"/>
  <p:tag name="KSO_WM_UNIT_USESOURCEFORMAT_APPLY" val="0"/>
</p:tagLst>
</file>

<file path=ppt/tags/tag49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333"/>
  <p:tag name="KSO_WM_UNIT_ID" val="custom20238333_1*a*1"/>
  <p:tag name="KSO_WM_UNIT_PRESET_TEXT" val="The title goes here"/>
  <p:tag name="KSO_WM_UNIT_TEXT_FILL_FORE_SCHEMECOLOR_INDEX" val="13"/>
  <p:tag name="KSO_WM_UNIT_TEXT_FILL_TYPE" val="1"/>
  <p:tag name="KSO_WM_UNIT_USESOURCEFORMAT_APPLY" val="0"/>
</p:tagLst>
</file>

<file path=ppt/tags/tag4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8333_1*i*2"/>
  <p:tag name="KSO_WM_TEMPLATE_CATEGORY" val="custom"/>
  <p:tag name="KSO_WM_TEMPLATE_INDEX" val="20238333"/>
  <p:tag name="KSO_WM_UNIT_LAYERLEVEL" val="1"/>
  <p:tag name="KSO_WM_TAG_VERSION" val="3.0"/>
  <p:tag name="KSO_WM_BEAUTIFY_FLAG" val="#wm#"/>
  <p:tag name="KSO_WM_UNIT_FILL_FORE_SCHEMECOLOR_INDEX" val="2"/>
  <p:tag name="KSO_WM_UNIT_FILL_TYPE" val="1"/>
  <p:tag name="KSO_WM_UNIT_TEXT_FILL_FORE_SCHEMECOLOR_INDEX" val="2"/>
  <p:tag name="KSO_WM_UNIT_TEXT_FILL_TYPE" val="1"/>
  <p:tag name="KSO_WM_UNIT_USESOURCEFORMAT_APPLY" val="0"/>
</p:tagLst>
</file>

<file path=ppt/tags/tag495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241.50007874015756,&quot;left&quot;:88.87508484367308,&quot;top&quot;:219.6,&quot;width&quot;:408.04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53_3*l_h_f*1_1_1"/>
  <p:tag name="KSO_WM_TEMPLATE_CATEGORY" val="diagram"/>
  <p:tag name="KSO_WM_TEMPLATE_INDEX" val="20237953"/>
  <p:tag name="KSO_WM_UNIT_LAYERLEVEL" val="1_1_1"/>
  <p:tag name="KSO_WM_TAG_VERSION" val="3.0"/>
  <p:tag name="KSO_WM_BEAUTIFY_FLAG" val="#wm#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496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241.50007874015756,&quot;left&quot;:88.87508484367308,&quot;top&quot;:219.6,&quot;width&quot;:408.04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2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7953_3*l_h_a*1_1_1"/>
  <p:tag name="KSO_WM_TEMPLATE_CATEGORY" val="diagram"/>
  <p:tag name="KSO_WM_TEMPLATE_INDEX" val="20237953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497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241.50007874015756,&quot;left&quot;:88.87508484367308,&quot;top&quot;:219.6,&quot;width&quot;:408.04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53_3*l_h_f*1_2_1"/>
  <p:tag name="KSO_WM_TEMPLATE_CATEGORY" val="diagram"/>
  <p:tag name="KSO_WM_TEMPLATE_INDEX" val="20237953"/>
  <p:tag name="KSO_WM_UNIT_LAYERLEVEL" val="1_1_1"/>
  <p:tag name="KSO_WM_TAG_VERSION" val="3.0"/>
  <p:tag name="KSO_WM_BEAUTIFY_FLAG" val="#wm#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498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241.50007874015756,&quot;left&quot;:88.87508484367308,&quot;top&quot;:219.6,&quot;width&quot;:408.04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2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7953_3*l_h_a*1_2_1"/>
  <p:tag name="KSO_WM_TEMPLATE_CATEGORY" val="diagram"/>
  <p:tag name="KSO_WM_TEMPLATE_INDEX" val="20237953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499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241.50007874015756,&quot;left&quot;:88.87508484367308,&quot;top&quot;:219.6,&quot;width&quot;:408.04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53_3*l_h_f*1_3_1"/>
  <p:tag name="KSO_WM_TEMPLATE_CATEGORY" val="diagram"/>
  <p:tag name="KSO_WM_TEMPLATE_INDEX" val="20237953"/>
  <p:tag name="KSO_WM_UNIT_LAYERLEVEL" val="1_1_1"/>
  <p:tag name="KSO_WM_TAG_VERSION" val="3.0"/>
  <p:tag name="KSO_WM_BEAUTIFY_FLAG" val="#wm#"/>
  <p:tag name="KSO_WM_UNIT_PRESET_TEXT" val="Presentations are communication tools"/>
  <p:tag name="KSO_WM_UNIT_TEXT_FILL_FORE_SCHEMECOLOR_INDEX" val="1"/>
  <p:tag name="KSO_WM_UNIT_TEXT_FILL_TYPE" val="1"/>
  <p:tag name="KSO_WM_UNIT_USESOURCEFORMAT_APPLY" val="0"/>
</p:tagLst>
</file>

<file path=ppt/tags/tag500.xml><?xml version="1.0" encoding="utf-8"?>
<p:tagLst xmlns:p="http://schemas.openxmlformats.org/presentationml/2006/main">
  <p:tag name="KSO_WM_DIAGRAM_MAX_ITEMCNT" val="4"/>
  <p:tag name="KSO_WM_DIAGRAM_MIN_ITEMCNT" val="1"/>
  <p:tag name="KSO_WM_DIAGRAM_VIRTUALLY_FRAME" val="{&quot;height&quot;:241.50007874015756,&quot;left&quot;:88.87508484367308,&quot;top&quot;:219.6,&quot;width&quot;:408.04998779296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2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7953_3*l_h_a*1_3_1"/>
  <p:tag name="KSO_WM_TEMPLATE_CATEGORY" val="diagram"/>
  <p:tag name="KSO_WM_TEMPLATE_INDEX" val="20237953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501.xml><?xml version="1.0" encoding="utf-8"?>
<p:tagLst xmlns:p="http://schemas.openxmlformats.org/presentationml/2006/main">
  <p:tag name="KSO_WM_BEAUTIFY_FLAG" val="#wm#"/>
  <p:tag name="KSO_WM_TEMPLATE_CATEGORY" val="custom"/>
  <p:tag name="KSO_WM_TEMPLATE_MASTER_TYPE" val="0"/>
  <p:tag name="KSO_WM_TEMPLATE_COLOR_TYPE" val="0"/>
  <p:tag name="KSO_WM_DIAGRAM_GROUP_CODE" val="l1-1"/>
  <p:tag name="KSO_WM_SLIDE_DIAGTYPE" val="l"/>
  <p:tag name="KSO_WM_SLIDE_LAYOUT" val="a_d_l"/>
  <p:tag name="KSO_WM_SLIDE_LAYOUT_CNT" val="1_1_1"/>
  <p:tag name="KSO_WM_SLIDE_TYPE" val="text"/>
  <p:tag name="KSO_WM_SLIDE_SUBTYPE" val="picTxt"/>
  <p:tag name="KSO_WM_SLIDE_SIZE" val="408.05*186.55"/>
  <p:tag name="KSO_WM_SLIDE_POSITION" val="88.85*274.5"/>
  <p:tag name="KSO_WM_TEMPLATE_INDEX" val="20233467"/>
  <p:tag name="KSO_WM_TEMPLATE_SUBCATEGORY" val="0"/>
  <p:tag name="KSO_WM_SLIDE_INDEX" val="1"/>
  <p:tag name="KSO_WM_TAG_VERSION" val="3.0"/>
  <p:tag name="KSO_WM_SLIDE_ID" val="custom20238333_1"/>
  <p:tag name="KSO_WM_SLIDE_ITEM_CNT" val="4"/>
  <p:tag name="KSO_WM_SPECIAL_SOURCE" val="bdnull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8245_1*a*1"/>
  <p:tag name="KSO_WM_TEMPLATE_CATEGORY" val="custom"/>
  <p:tag name="KSO_WM_TEMPLATE_INDEX" val="20238245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TYPE" val="a"/>
  <p:tag name="KSO_WM_UNIT_INDEX" val="1"/>
  <p:tag name="KSO_WM_UNIT_PRESET_TEXT" val="Your title here"/>
  <p:tag name="KSO_WM_UNIT_TEXT_FILL_FORE_SCHEMECOLOR_INDEX" val="13"/>
  <p:tag name="KSO_WM_UNIT_TEXT_FILL_TYPE" val="1"/>
  <p:tag name="KSO_WM_UNIT_USESOURCEFORMAT_APPLY" val="0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3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1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50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251_2*l_h_i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50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51_2*l_h_f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50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251_2*l_h_a*1_1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50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251_2*l_h_i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50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51_2*l_h_f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5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251_2*l_h_a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51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51_2*l_h_i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gradient&quot;:[{&quot;brightness&quot;:1,&quot;colorType&quot;:1,&quot;foreColorIndex&quot;:5,&quot;pos&quot;:0,&quot;transparency&quot;:1},{&quot;brightness&quot;:0.6000000238418579,&quot;colorType&quot;:1,&quot;foreColorIndex&quot;:5,&quot;pos&quot;:0.689999997615814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]}"/>
  <p:tag name="KSO_WM_UNIT_LINE_FORE_SCHEMECOLOR_INDEX" val="5"/>
  <p:tag name="KSO_WM_UNIT_USESOURCEFORMAT_APPLY" val="0"/>
</p:tagLst>
</file>

<file path=ppt/tags/tag51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51_2*l_h_f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0"/>
</p:tagLst>
</file>

<file path=ppt/tags/tag51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8251_2*l_h_a*1_3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0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251_2*l_h_d*1_2_1"/>
  <p:tag name="KSO_WM_TEMPLATE_CATEGORY" val="diagram"/>
  <p:tag name="KSO_WM_TEMPLATE_INDEX" val="20238251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547*936"/>
  <p:tag name="KSO_WM_UNIT_TYPE" val="l_h_d"/>
  <p:tag name="KSO_WM_UNIT_INDEX" val="1_2_1"/>
  <p:tag name="KSO_WM_DIAGRAM_MAX_ITEMCNT" val="4"/>
  <p:tag name="KSO_WM_DIAGRAM_MIN_ITEMCNT" val="2"/>
  <p:tag name="KSO_WM_DIAGRAM_VIRTUALLY_FRAME" val="{&quot;height&quot;:382.094970703125,&quot;width&quot;:851.110107421875}"/>
  <p:tag name="KSO_WM_DIAGRAM_COLOR_MATCH_VALUE" val="{&quot;shape&quot;:{&quot;fill&quot;:{&quot;type&quot;:0},&quot;glow&quot;:{&quot;colorType&quot;:0},&quot;line&quot;:{&quot;solidLine&quot;:{&quot;brightness&quot;:0.6000000238418579,&quot;colorType&quot;:1,&quot;foreColorIndex&quot;:13,&quot;transparency&quot;:0.80000001192092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3"/>
  <p:tag name="KSO_WM_UNIT_LINE_FILL_TYPE" val="2"/>
  <p:tag name="KSO_WM_UNIT_USESOURCEFORMAT_APPLY" val="0"/>
</p:tagLst>
</file>

<file path=ppt/tags/tag515.xml><?xml version="1.0" encoding="utf-8"?>
<p:tagLst xmlns:p="http://schemas.openxmlformats.org/presentationml/2006/main">
  <p:tag name="KSO_WM_SLIDE_ID" val="custom20238245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3467"/>
  <p:tag name="KSO_WM_SLIDE_TYPE" val="text"/>
  <p:tag name="KSO_WM_SLIDE_SUBTYPE" val="picTxt"/>
  <p:tag name="KSO_WM_SLIDE_SIZE" val="850.448*382.064"/>
  <p:tag name="KSO_WM_SLIDE_POSITION" val="54.7493*107.09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516.xml><?xml version="1.0" encoding="utf-8"?>
<p:tagLst xmlns:p="http://schemas.openxmlformats.org/presentationml/2006/main">
  <p:tag name="KSO_WM_TEMPLATE_CATEGORY" val="custom"/>
  <p:tag name="KSO_WM_TEMPLATE_INDEX" val="20233467"/>
</p:tagLst>
</file>

<file path=ppt/tags/tag517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67_9*f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Name"/>
</p:tagLst>
</file>

<file path=ppt/tags/tag5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9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THANK YOU"/>
</p:tagLst>
</file>

<file path=ppt/tags/tag519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SLIDE_CONTENT_AREA" val="{&quot;left&quot;:&quot;45.5&quot;,&quot;top&quot;:&quot;113.15&quot;,&quot;width&quot;:&quot;527.9&quot;,&quot;height&quot;:&quot;299.25&quot;}"/>
  <p:tag name="KSO_WM_SPECIAL_SOURCE" val="bdnull"/>
  <p:tag name="KSO_WM_SLIDE_ID" val="custom20233467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67"/>
  <p:tag name="KSO_WM_SLIDE_LAYOUT" val="a_f"/>
  <p:tag name="KSO_WM_SLIDE_LAYOUT_CNT" val="1_1"/>
</p:tagLst>
</file>

<file path=ppt/tags/tag520.xml><?xml version="1.0" encoding="utf-8"?>
<p:tagLst xmlns:p="http://schemas.openxmlformats.org/presentationml/2006/main">
  <p:tag name="KSO_WM_PRESENTATION_SOURCE" val="WPPAIGeneratePPT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7">
      <a:dk1>
        <a:srgbClr val="000000"/>
      </a:dk1>
      <a:lt1>
        <a:srgbClr val="FFFFFF"/>
      </a:lt1>
      <a:dk2>
        <a:srgbClr val="291667"/>
      </a:dk2>
      <a:lt2>
        <a:srgbClr val="F1EAFB"/>
      </a:lt2>
      <a:accent1>
        <a:srgbClr val="BC98F0"/>
      </a:accent1>
      <a:accent2>
        <a:srgbClr val="CA8BEF"/>
      </a:accent2>
      <a:accent3>
        <a:srgbClr val="D77EEE"/>
      </a:accent3>
      <a:accent4>
        <a:srgbClr val="E285CF"/>
      </a:accent4>
      <a:accent5>
        <a:srgbClr val="EAA194"/>
      </a:accent5>
      <a:accent6>
        <a:srgbClr val="F2BD58"/>
      </a:accent6>
      <a:hlink>
        <a:srgbClr val="158BF9"/>
      </a:hlink>
      <a:folHlink>
        <a:srgbClr val="DE1A37"/>
      </a:folHlink>
    </a:clrScheme>
    <a:fontScheme name="字体-立体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自定义 17">
      <a:dk1>
        <a:srgbClr val="000000"/>
      </a:dk1>
      <a:lt1>
        <a:srgbClr val="FFFFFF"/>
      </a:lt1>
      <a:dk2>
        <a:srgbClr val="291667"/>
      </a:dk2>
      <a:lt2>
        <a:srgbClr val="F1EAFB"/>
      </a:lt2>
      <a:accent1>
        <a:srgbClr val="BC98F0"/>
      </a:accent1>
      <a:accent2>
        <a:srgbClr val="CA8BEF"/>
      </a:accent2>
      <a:accent3>
        <a:srgbClr val="D77EEE"/>
      </a:accent3>
      <a:accent4>
        <a:srgbClr val="E285CF"/>
      </a:accent4>
      <a:accent5>
        <a:srgbClr val="EAA194"/>
      </a:accent5>
      <a:accent6>
        <a:srgbClr val="F2BD58"/>
      </a:accent6>
      <a:hlink>
        <a:srgbClr val="158BF9"/>
      </a:hlink>
      <a:folHlink>
        <a:srgbClr val="DE1A37"/>
      </a:folHlink>
    </a:clrScheme>
    <a:fontScheme name="字体-立体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自定义 17">
      <a:dk1>
        <a:srgbClr val="000000"/>
      </a:dk1>
      <a:lt1>
        <a:srgbClr val="FFFFFF"/>
      </a:lt1>
      <a:dk2>
        <a:srgbClr val="291667"/>
      </a:dk2>
      <a:lt2>
        <a:srgbClr val="F1EAFB"/>
      </a:lt2>
      <a:accent1>
        <a:srgbClr val="BC98F0"/>
      </a:accent1>
      <a:accent2>
        <a:srgbClr val="CA8BEF"/>
      </a:accent2>
      <a:accent3>
        <a:srgbClr val="D77EEE"/>
      </a:accent3>
      <a:accent4>
        <a:srgbClr val="E285CF"/>
      </a:accent4>
      <a:accent5>
        <a:srgbClr val="EAA194"/>
      </a:accent5>
      <a:accent6>
        <a:srgbClr val="F2BD58"/>
      </a:accent6>
      <a:hlink>
        <a:srgbClr val="158BF9"/>
      </a:hlink>
      <a:folHlink>
        <a:srgbClr val="DE1A37"/>
      </a:folHlink>
    </a:clrScheme>
    <a:fontScheme name="字体-立体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Theme">
  <a:themeElements>
    <a:clrScheme name="自定义 17">
      <a:dk1>
        <a:srgbClr val="000000"/>
      </a:dk1>
      <a:lt1>
        <a:srgbClr val="FFFFFF"/>
      </a:lt1>
      <a:dk2>
        <a:srgbClr val="291667"/>
      </a:dk2>
      <a:lt2>
        <a:srgbClr val="F1EAFB"/>
      </a:lt2>
      <a:accent1>
        <a:srgbClr val="BC98F0"/>
      </a:accent1>
      <a:accent2>
        <a:srgbClr val="CA8BEF"/>
      </a:accent2>
      <a:accent3>
        <a:srgbClr val="D77EEE"/>
      </a:accent3>
      <a:accent4>
        <a:srgbClr val="E285CF"/>
      </a:accent4>
      <a:accent5>
        <a:srgbClr val="EAA194"/>
      </a:accent5>
      <a:accent6>
        <a:srgbClr val="F2BD58"/>
      </a:accent6>
      <a:hlink>
        <a:srgbClr val="158BF9"/>
      </a:hlink>
      <a:folHlink>
        <a:srgbClr val="DE1A37"/>
      </a:folHlink>
    </a:clrScheme>
    <a:fontScheme name="字体-立体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自定义 17">
      <a:dk1>
        <a:srgbClr val="000000"/>
      </a:dk1>
      <a:lt1>
        <a:srgbClr val="FFFFFF"/>
      </a:lt1>
      <a:dk2>
        <a:srgbClr val="291667"/>
      </a:dk2>
      <a:lt2>
        <a:srgbClr val="F1EAFB"/>
      </a:lt2>
      <a:accent1>
        <a:srgbClr val="BC98F0"/>
      </a:accent1>
      <a:accent2>
        <a:srgbClr val="CA8BEF"/>
      </a:accent2>
      <a:accent3>
        <a:srgbClr val="D77EEE"/>
      </a:accent3>
      <a:accent4>
        <a:srgbClr val="E285CF"/>
      </a:accent4>
      <a:accent5>
        <a:srgbClr val="EAA194"/>
      </a:accent5>
      <a:accent6>
        <a:srgbClr val="F2BD58"/>
      </a:accent6>
      <a:hlink>
        <a:srgbClr val="158BF9"/>
      </a:hlink>
      <a:folHlink>
        <a:srgbClr val="DE1A37"/>
      </a:folHlink>
    </a:clrScheme>
    <a:fontScheme name="字体-立体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Office Theme">
  <a:themeElements>
    <a:clrScheme name="自定义 17">
      <a:dk1>
        <a:srgbClr val="000000"/>
      </a:dk1>
      <a:lt1>
        <a:srgbClr val="FFFFFF"/>
      </a:lt1>
      <a:dk2>
        <a:srgbClr val="291667"/>
      </a:dk2>
      <a:lt2>
        <a:srgbClr val="F1EAFB"/>
      </a:lt2>
      <a:accent1>
        <a:srgbClr val="BC98F0"/>
      </a:accent1>
      <a:accent2>
        <a:srgbClr val="CA8BEF"/>
      </a:accent2>
      <a:accent3>
        <a:srgbClr val="D77EEE"/>
      </a:accent3>
      <a:accent4>
        <a:srgbClr val="E285CF"/>
      </a:accent4>
      <a:accent5>
        <a:srgbClr val="EAA194"/>
      </a:accent5>
      <a:accent6>
        <a:srgbClr val="F2BD58"/>
      </a:accent6>
      <a:hlink>
        <a:srgbClr val="158BF9"/>
      </a:hlink>
      <a:folHlink>
        <a:srgbClr val="DE1A37"/>
      </a:folHlink>
    </a:clrScheme>
    <a:fontScheme name="字体-立体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5810</Words>
  <Application>WPS Slides</Application>
  <PresentationFormat>Widescreen</PresentationFormat>
  <Paragraphs>511</Paragraphs>
  <Slides>72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72</vt:i4>
      </vt:variant>
    </vt:vector>
  </HeadingPairs>
  <TitlesOfParts>
    <vt:vector size="91" baseType="lpstr">
      <vt:lpstr>Arial</vt:lpstr>
      <vt:lpstr>SimSun</vt:lpstr>
      <vt:lpstr>Wingdings</vt:lpstr>
      <vt:lpstr>MiSans Normal</vt:lpstr>
      <vt:lpstr>Wingdings</vt:lpstr>
      <vt:lpstr>Nunito Sans</vt:lpstr>
      <vt:lpstr>Segoe Print</vt:lpstr>
      <vt:lpstr>Nunito Sans ExtraBold</vt:lpstr>
      <vt:lpstr>Microsoft YaHei</vt:lpstr>
      <vt:lpstr>Arial Unicode MS</vt:lpstr>
      <vt:lpstr>Calibri</vt:lpstr>
      <vt:lpstr>Calibri Light</vt:lpstr>
      <vt:lpstr>Office Theme</vt:lpstr>
      <vt:lpstr>1_Office Theme</vt:lpstr>
      <vt:lpstr>2_Office Theme</vt:lpstr>
      <vt:lpstr>3_Office Theme</vt:lpstr>
      <vt:lpstr>4_Office Theme</vt:lpstr>
      <vt:lpstr>5_Office Theme</vt:lpstr>
      <vt:lpstr>6_Office Theme</vt:lpstr>
      <vt:lpstr>Jersey Management System- Zentra  </vt:lpstr>
      <vt:lpstr>CONTENTS</vt:lpstr>
      <vt:lpstr>Introduction to Zentra </vt:lpstr>
      <vt:lpstr>Overview of the System</vt:lpstr>
      <vt:lpstr>Key Features</vt:lpstr>
      <vt:lpstr>Benefits of the System</vt:lpstr>
      <vt:lpstr>System Architecture</vt:lpstr>
      <vt:lpstr>Hardware Components</vt:lpstr>
      <vt:lpstr>Software Components</vt:lpstr>
      <vt:lpstr>Integration with Other Systems</vt:lpstr>
      <vt:lpstr>User Interface Design</vt:lpstr>
      <vt:lpstr>Dashboard and Navigation</vt:lpstr>
      <vt:lpstr>Access Management</vt:lpstr>
      <vt:lpstr>Click to add title</vt:lpstr>
      <vt:lpstr>Click to add title</vt:lpstr>
      <vt:lpstr>Click to add title</vt:lpstr>
      <vt:lpstr>Click to add title</vt:lpstr>
      <vt:lpstr>Master Data</vt:lpstr>
      <vt:lpstr>Click to add title</vt:lpstr>
      <vt:lpstr>Click to add title</vt:lpstr>
      <vt:lpstr>Click to add title</vt:lpstr>
      <vt:lpstr>Click to add title</vt:lpstr>
      <vt:lpstr>Click to add title</vt:lpstr>
      <vt:lpstr>Click to add title</vt:lpstr>
      <vt:lpstr>Click to add title</vt:lpstr>
      <vt:lpstr>Click to add title</vt:lpstr>
      <vt:lpstr>Click to add title</vt:lpstr>
      <vt:lpstr>Click to add title</vt:lpstr>
      <vt:lpstr>Click to add title</vt:lpstr>
      <vt:lpstr>Click to add title</vt:lpstr>
      <vt:lpstr>Click to add title</vt:lpstr>
      <vt:lpstr>Click to add title</vt:lpstr>
      <vt:lpstr>Click to add title</vt:lpstr>
      <vt:lpstr>Click to add title</vt:lpstr>
      <vt:lpstr>Click to add title</vt:lpstr>
      <vt:lpstr>Click to add title</vt:lpstr>
      <vt:lpstr>Click to add title</vt:lpstr>
      <vt:lpstr>Transaction</vt:lpstr>
      <vt:lpstr>Click to add title</vt:lpstr>
      <vt:lpstr>Click to add title</vt:lpstr>
      <vt:lpstr>Click to add title</vt:lpstr>
      <vt:lpstr>Click to add title</vt:lpstr>
      <vt:lpstr>Click to add title</vt:lpstr>
      <vt:lpstr>Click to add title</vt:lpstr>
      <vt:lpstr>Click to add title</vt:lpstr>
      <vt:lpstr>Click to add title</vt:lpstr>
      <vt:lpstr>Click to add title</vt:lpstr>
      <vt:lpstr>Inventory</vt:lpstr>
      <vt:lpstr>Click to add title</vt:lpstr>
      <vt:lpstr>Click to add title</vt:lpstr>
      <vt:lpstr>Click to add title</vt:lpstr>
      <vt:lpstr>Click to add title</vt:lpstr>
      <vt:lpstr>Click to add title</vt:lpstr>
      <vt:lpstr>Click to add title</vt:lpstr>
      <vt:lpstr>Click to add title</vt:lpstr>
      <vt:lpstr>Click to add title</vt:lpstr>
      <vt:lpstr>Click to add title</vt:lpstr>
      <vt:lpstr>PowerPoint 演示文稿</vt:lpstr>
      <vt:lpstr>Customization Options</vt:lpstr>
      <vt:lpstr>Data Management</vt:lpstr>
      <vt:lpstr>Data Storage and Retrieval</vt:lpstr>
      <vt:lpstr>Data Security</vt:lpstr>
      <vt:lpstr>Data Analytics</vt:lpstr>
      <vt:lpstr>Deployment and Implementation</vt:lpstr>
      <vt:lpstr>On-Premise Installation</vt:lpstr>
      <vt:lpstr>Cloud-Based Deployment</vt:lpstr>
      <vt:lpstr>Training and Support</vt:lpstr>
      <vt:lpstr>Future Roadmap</vt:lpstr>
      <vt:lpstr>Upcoming Features</vt:lpstr>
      <vt:lpstr>Scalability and Expansion</vt:lpstr>
      <vt:lpstr>Integration with Third-Party Tools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Jersey Management System</dc:title>
  <dc:creator>nurul</dc:creator>
  <cp:lastModifiedBy>nurul hadi</cp:lastModifiedBy>
  <cp:revision>6</cp:revision>
  <dcterms:created xsi:type="dcterms:W3CDTF">2025-04-08T15:59:00Z</dcterms:created>
  <dcterms:modified xsi:type="dcterms:W3CDTF">2025-04-08T17:02:55Z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7C6ACF147ECA47BDA91664B9975CE9DE_11</vt:lpwstr>
  </property>
  <property fmtid="{D5CDD505-2E9C-101B-9397-08002B2CF9AE}" pid="3" name="KSOProductBuildVer">
    <vt:lpwstr>1033-12.2.0.20782</vt:lpwstr>
  </property>
</Properties>
</file>